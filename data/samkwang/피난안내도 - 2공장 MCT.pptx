
<file path=[Content_Types].xml><?xml version="1.0" encoding="utf-8"?>
<Types xmlns="http://schemas.openxmlformats.org/package/2006/content-types">
  <Default Extension="png" ContentType="image/png"/>
  <Default Extension="emf" ContentType="image/x-emf"/>
  <Default Extension="jpeg" ContentType="image/jpeg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1" r:id="rId1"/>
  </p:sldMasterIdLst>
  <p:notesMasterIdLst>
    <p:notesMasterId r:id="rId23"/>
  </p:notesMasterIdLst>
  <p:sldIdLst>
    <p:sldId id="299" r:id="rId2"/>
    <p:sldId id="277" r:id="rId3"/>
    <p:sldId id="284" r:id="rId4"/>
    <p:sldId id="279" r:id="rId5"/>
    <p:sldId id="280" r:id="rId6"/>
    <p:sldId id="297" r:id="rId7"/>
    <p:sldId id="300" r:id="rId8"/>
    <p:sldId id="305" r:id="rId9"/>
    <p:sldId id="281" r:id="rId10"/>
    <p:sldId id="298" r:id="rId11"/>
    <p:sldId id="282" r:id="rId12"/>
    <p:sldId id="301" r:id="rId13"/>
    <p:sldId id="307" r:id="rId14"/>
    <p:sldId id="302" r:id="rId15"/>
    <p:sldId id="303" r:id="rId16"/>
    <p:sldId id="296" r:id="rId17"/>
    <p:sldId id="306" r:id="rId18"/>
    <p:sldId id="293" r:id="rId19"/>
    <p:sldId id="304" r:id="rId20"/>
    <p:sldId id="308" r:id="rId21"/>
    <p:sldId id="309" r:id="rId22"/>
  </p:sldIdLst>
  <p:sldSz cx="12801600" cy="9601200" type="A3"/>
  <p:notesSz cx="9866313" cy="14295438"/>
  <p:defaultTextStyle>
    <a:defPPr>
      <a:defRPr lang="ko-KR"/>
    </a:defPPr>
    <a:lvl1pPr marL="0" algn="l" defTabSz="1075334" rtl="0" eaLnBrk="1" latinLnBrk="1" hangingPunct="1">
      <a:defRPr sz="2117" kern="1200">
        <a:solidFill>
          <a:schemeClr val="tx1"/>
        </a:solidFill>
        <a:latin typeface="+mn-lt"/>
        <a:ea typeface="+mn-ea"/>
        <a:cs typeface="+mn-cs"/>
      </a:defRPr>
    </a:lvl1pPr>
    <a:lvl2pPr marL="537667" algn="l" defTabSz="1075334" rtl="0" eaLnBrk="1" latinLnBrk="1" hangingPunct="1">
      <a:defRPr sz="2117" kern="1200">
        <a:solidFill>
          <a:schemeClr val="tx1"/>
        </a:solidFill>
        <a:latin typeface="+mn-lt"/>
        <a:ea typeface="+mn-ea"/>
        <a:cs typeface="+mn-cs"/>
      </a:defRPr>
    </a:lvl2pPr>
    <a:lvl3pPr marL="1075334" algn="l" defTabSz="1075334" rtl="0" eaLnBrk="1" latinLnBrk="1" hangingPunct="1">
      <a:defRPr sz="2117" kern="1200">
        <a:solidFill>
          <a:schemeClr val="tx1"/>
        </a:solidFill>
        <a:latin typeface="+mn-lt"/>
        <a:ea typeface="+mn-ea"/>
        <a:cs typeface="+mn-cs"/>
      </a:defRPr>
    </a:lvl3pPr>
    <a:lvl4pPr marL="1613002" algn="l" defTabSz="1075334" rtl="0" eaLnBrk="1" latinLnBrk="1" hangingPunct="1">
      <a:defRPr sz="2117" kern="1200">
        <a:solidFill>
          <a:schemeClr val="tx1"/>
        </a:solidFill>
        <a:latin typeface="+mn-lt"/>
        <a:ea typeface="+mn-ea"/>
        <a:cs typeface="+mn-cs"/>
      </a:defRPr>
    </a:lvl4pPr>
    <a:lvl5pPr marL="2150669" algn="l" defTabSz="1075334" rtl="0" eaLnBrk="1" latinLnBrk="1" hangingPunct="1">
      <a:defRPr sz="2117" kern="1200">
        <a:solidFill>
          <a:schemeClr val="tx1"/>
        </a:solidFill>
        <a:latin typeface="+mn-lt"/>
        <a:ea typeface="+mn-ea"/>
        <a:cs typeface="+mn-cs"/>
      </a:defRPr>
    </a:lvl5pPr>
    <a:lvl6pPr marL="2688336" algn="l" defTabSz="1075334" rtl="0" eaLnBrk="1" latinLnBrk="1" hangingPunct="1">
      <a:defRPr sz="2117" kern="1200">
        <a:solidFill>
          <a:schemeClr val="tx1"/>
        </a:solidFill>
        <a:latin typeface="+mn-lt"/>
        <a:ea typeface="+mn-ea"/>
        <a:cs typeface="+mn-cs"/>
      </a:defRPr>
    </a:lvl6pPr>
    <a:lvl7pPr marL="3226003" algn="l" defTabSz="1075334" rtl="0" eaLnBrk="1" latinLnBrk="1" hangingPunct="1">
      <a:defRPr sz="2117" kern="1200">
        <a:solidFill>
          <a:schemeClr val="tx1"/>
        </a:solidFill>
        <a:latin typeface="+mn-lt"/>
        <a:ea typeface="+mn-ea"/>
        <a:cs typeface="+mn-cs"/>
      </a:defRPr>
    </a:lvl7pPr>
    <a:lvl8pPr marL="3763670" algn="l" defTabSz="1075334" rtl="0" eaLnBrk="1" latinLnBrk="1" hangingPunct="1">
      <a:defRPr sz="2117" kern="1200">
        <a:solidFill>
          <a:schemeClr val="tx1"/>
        </a:solidFill>
        <a:latin typeface="+mn-lt"/>
        <a:ea typeface="+mn-ea"/>
        <a:cs typeface="+mn-cs"/>
      </a:defRPr>
    </a:lvl8pPr>
    <a:lvl9pPr marL="4301338" algn="l" defTabSz="1075334" rtl="0" eaLnBrk="1" latinLnBrk="1" hangingPunct="1">
      <a:defRPr sz="2117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B050"/>
    <a:srgbClr val="129A6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61" autoAdjust="0"/>
    <p:restoredTop sz="96366" autoAdjust="0"/>
  </p:normalViewPr>
  <p:slideViewPr>
    <p:cSldViewPr snapToGrid="0">
      <p:cViewPr varScale="1">
        <p:scale>
          <a:sx n="79" d="100"/>
          <a:sy n="79" d="100"/>
        </p:scale>
        <p:origin x="906" y="102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4122"/>
    </p:cViewPr>
  </p:sorterViewPr>
  <p:notesViewPr>
    <p:cSldViewPr snapToGrid="0">
      <p:cViewPr varScale="1">
        <p:scale>
          <a:sx n="56" d="100"/>
          <a:sy n="56" d="100"/>
        </p:scale>
        <p:origin x="3996" y="9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4275138" cy="715963"/>
          </a:xfrm>
          <a:prstGeom prst="rect">
            <a:avLst/>
          </a:prstGeom>
        </p:spPr>
        <p:txBody>
          <a:bodyPr vert="horz" lIns="91434" tIns="45717" rIns="91434" bIns="45717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5587999" y="0"/>
            <a:ext cx="4276726" cy="715963"/>
          </a:xfrm>
          <a:prstGeom prst="rect">
            <a:avLst/>
          </a:prstGeom>
        </p:spPr>
        <p:txBody>
          <a:bodyPr vert="horz" lIns="91434" tIns="45717" rIns="91434" bIns="45717" rtlCol="0"/>
          <a:lstStyle>
            <a:lvl1pPr algn="r">
              <a:defRPr sz="1200"/>
            </a:lvl1pPr>
          </a:lstStyle>
          <a:p>
            <a:fld id="{B1E0258A-401F-493F-B040-DEC25842BCC3}" type="datetimeFigureOut">
              <a:rPr lang="ko-KR" altLang="en-US" smtClean="0"/>
              <a:t>2026-03-25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1716088" y="1787525"/>
            <a:ext cx="6435725" cy="4826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34" tIns="45717" rIns="91434" bIns="45717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987425" y="6880226"/>
            <a:ext cx="7893050" cy="5627687"/>
          </a:xfrm>
          <a:prstGeom prst="rect">
            <a:avLst/>
          </a:prstGeom>
        </p:spPr>
        <p:txBody>
          <a:bodyPr vert="horz" lIns="91434" tIns="45717" rIns="91434" bIns="45717" rtlCol="0"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13579475"/>
            <a:ext cx="4275138" cy="715963"/>
          </a:xfrm>
          <a:prstGeom prst="rect">
            <a:avLst/>
          </a:prstGeom>
        </p:spPr>
        <p:txBody>
          <a:bodyPr vert="horz" lIns="91434" tIns="45717" rIns="91434" bIns="45717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5587999" y="13579475"/>
            <a:ext cx="4276726" cy="715963"/>
          </a:xfrm>
          <a:prstGeom prst="rect">
            <a:avLst/>
          </a:prstGeom>
        </p:spPr>
        <p:txBody>
          <a:bodyPr vert="horz" lIns="91434" tIns="45717" rIns="91434" bIns="45717" rtlCol="0" anchor="b"/>
          <a:lstStyle>
            <a:lvl1pPr algn="r">
              <a:defRPr sz="1200"/>
            </a:lvl1pPr>
          </a:lstStyle>
          <a:p>
            <a:fld id="{686F5130-1213-4D06-B3C4-C3A15F4FEA2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590673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86F5130-1213-4D06-B3C4-C3A15F4FEA2C}" type="slidenum">
              <a:rPr lang="ko-KR" altLang="en-US" smtClean="0"/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095604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13" Type="http://schemas.openxmlformats.org/officeDocument/2006/relationships/image" Target="../media/image11.png"/><Relationship Id="rId3" Type="http://schemas.openxmlformats.org/officeDocument/2006/relationships/image" Target="../media/image1.emf"/><Relationship Id="rId7" Type="http://schemas.openxmlformats.org/officeDocument/2006/relationships/image" Target="../media/image5.emf"/><Relationship Id="rId12" Type="http://schemas.openxmlformats.org/officeDocument/2006/relationships/image" Target="../media/image10.png"/><Relationship Id="rId2" Type="http://schemas.openxmlformats.org/officeDocument/2006/relationships/slideMaster" Target="../slideMasters/slideMaster1.xml"/><Relationship Id="rId16" Type="http://schemas.openxmlformats.org/officeDocument/2006/relationships/image" Target="../media/image14.png"/><Relationship Id="rId1" Type="http://schemas.openxmlformats.org/officeDocument/2006/relationships/vmlDrawing" Target="../drawings/vmlDrawing1.vml"/><Relationship Id="rId6" Type="http://schemas.openxmlformats.org/officeDocument/2006/relationships/image" Target="../media/image4.emf"/><Relationship Id="rId11" Type="http://schemas.openxmlformats.org/officeDocument/2006/relationships/image" Target="../media/image9.png"/><Relationship Id="rId5" Type="http://schemas.openxmlformats.org/officeDocument/2006/relationships/image" Target="../media/image3.emf"/><Relationship Id="rId15" Type="http://schemas.openxmlformats.org/officeDocument/2006/relationships/image" Target="../media/image13.png"/><Relationship Id="rId10" Type="http://schemas.openxmlformats.org/officeDocument/2006/relationships/image" Target="../media/image8.png"/><Relationship Id="rId4" Type="http://schemas.openxmlformats.org/officeDocument/2006/relationships/image" Target="../media/image2.emf"/><Relationship Id="rId9" Type="http://schemas.openxmlformats.org/officeDocument/2006/relationships/image" Target="../media/image7.emf"/><Relationship Id="rId14" Type="http://schemas.openxmlformats.org/officeDocument/2006/relationships/image" Target="../media/image12.png"/></Relationships>
</file>

<file path=ppt/slideLayouts/_rels/slideLayout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13" Type="http://schemas.openxmlformats.org/officeDocument/2006/relationships/image" Target="../media/image11.png"/><Relationship Id="rId3" Type="http://schemas.openxmlformats.org/officeDocument/2006/relationships/image" Target="../media/image1.emf"/><Relationship Id="rId7" Type="http://schemas.openxmlformats.org/officeDocument/2006/relationships/image" Target="../media/image5.emf"/><Relationship Id="rId12" Type="http://schemas.openxmlformats.org/officeDocument/2006/relationships/image" Target="../media/image10.png"/><Relationship Id="rId2" Type="http://schemas.openxmlformats.org/officeDocument/2006/relationships/slideMaster" Target="../slideMasters/slideMaster1.xml"/><Relationship Id="rId16" Type="http://schemas.openxmlformats.org/officeDocument/2006/relationships/image" Target="../media/image14.png"/><Relationship Id="rId1" Type="http://schemas.openxmlformats.org/officeDocument/2006/relationships/vmlDrawing" Target="../drawings/vmlDrawing2.vml"/><Relationship Id="rId6" Type="http://schemas.openxmlformats.org/officeDocument/2006/relationships/image" Target="../media/image4.emf"/><Relationship Id="rId11" Type="http://schemas.openxmlformats.org/officeDocument/2006/relationships/image" Target="../media/image9.png"/><Relationship Id="rId5" Type="http://schemas.openxmlformats.org/officeDocument/2006/relationships/image" Target="../media/image3.emf"/><Relationship Id="rId15" Type="http://schemas.openxmlformats.org/officeDocument/2006/relationships/image" Target="../media/image13.png"/><Relationship Id="rId10" Type="http://schemas.openxmlformats.org/officeDocument/2006/relationships/image" Target="../media/image7.emf"/><Relationship Id="rId4" Type="http://schemas.openxmlformats.org/officeDocument/2006/relationships/image" Target="../media/image2.emf"/><Relationship Id="rId9" Type="http://schemas.openxmlformats.org/officeDocument/2006/relationships/image" Target="../media/image8.png"/><Relationship Id="rId14" Type="http://schemas.openxmlformats.org/officeDocument/2006/relationships/image" Target="../media/image12.png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emf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8.png"/></Relationships>
</file>

<file path=ppt/slideLayouts/_rels/slideLayout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13" Type="http://schemas.openxmlformats.org/officeDocument/2006/relationships/image" Target="../media/image12.png"/><Relationship Id="rId3" Type="http://schemas.openxmlformats.org/officeDocument/2006/relationships/image" Target="../media/image2.emf"/><Relationship Id="rId7" Type="http://schemas.openxmlformats.org/officeDocument/2006/relationships/image" Target="../media/image6.png"/><Relationship Id="rId12" Type="http://schemas.openxmlformats.org/officeDocument/2006/relationships/image" Target="../media/image11.png"/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emf"/><Relationship Id="rId11" Type="http://schemas.openxmlformats.org/officeDocument/2006/relationships/image" Target="../media/image10.png"/><Relationship Id="rId5" Type="http://schemas.openxmlformats.org/officeDocument/2006/relationships/image" Target="../media/image4.emf"/><Relationship Id="rId15" Type="http://schemas.openxmlformats.org/officeDocument/2006/relationships/image" Target="../media/image14.png"/><Relationship Id="rId10" Type="http://schemas.openxmlformats.org/officeDocument/2006/relationships/image" Target="../media/image9.png"/><Relationship Id="rId4" Type="http://schemas.openxmlformats.org/officeDocument/2006/relationships/image" Target="../media/image3.emf"/><Relationship Id="rId9" Type="http://schemas.openxmlformats.org/officeDocument/2006/relationships/image" Target="../media/image7.emf"/><Relationship Id="rId14" Type="http://schemas.openxmlformats.org/officeDocument/2006/relationships/image" Target="../media/image13.png"/></Relationships>
</file>

<file path=ppt/slideLayouts/_rels/slideLayout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13" Type="http://schemas.openxmlformats.org/officeDocument/2006/relationships/image" Target="../media/image12.png"/><Relationship Id="rId3" Type="http://schemas.openxmlformats.org/officeDocument/2006/relationships/image" Target="../media/image2.emf"/><Relationship Id="rId7" Type="http://schemas.openxmlformats.org/officeDocument/2006/relationships/image" Target="../media/image6.png"/><Relationship Id="rId12" Type="http://schemas.openxmlformats.org/officeDocument/2006/relationships/image" Target="../media/image11.png"/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emf"/><Relationship Id="rId11" Type="http://schemas.openxmlformats.org/officeDocument/2006/relationships/image" Target="../media/image10.png"/><Relationship Id="rId5" Type="http://schemas.openxmlformats.org/officeDocument/2006/relationships/image" Target="../media/image4.emf"/><Relationship Id="rId15" Type="http://schemas.openxmlformats.org/officeDocument/2006/relationships/image" Target="../media/image14.png"/><Relationship Id="rId10" Type="http://schemas.openxmlformats.org/officeDocument/2006/relationships/image" Target="../media/image9.png"/><Relationship Id="rId4" Type="http://schemas.openxmlformats.org/officeDocument/2006/relationships/image" Target="../media/image3.emf"/><Relationship Id="rId9" Type="http://schemas.openxmlformats.org/officeDocument/2006/relationships/image" Target="../media/image7.emf"/><Relationship Id="rId14" Type="http://schemas.openxmlformats.org/officeDocument/2006/relationships/image" Target="../media/image13.png"/></Relationships>
</file>

<file path=ppt/slideLayouts/_rels/slideLayout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emf"/><Relationship Id="rId3" Type="http://schemas.openxmlformats.org/officeDocument/2006/relationships/image" Target="../media/image2.emf"/><Relationship Id="rId7" Type="http://schemas.openxmlformats.org/officeDocument/2006/relationships/image" Target="../media/image6.png"/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emf"/><Relationship Id="rId5" Type="http://schemas.openxmlformats.org/officeDocument/2006/relationships/image" Target="../media/image4.emf"/><Relationship Id="rId4" Type="http://schemas.openxmlformats.org/officeDocument/2006/relationships/image" Target="../media/image3.emf"/></Relationships>
</file>

<file path=ppt/slideLayouts/_rels/slideLayout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emf"/><Relationship Id="rId3" Type="http://schemas.openxmlformats.org/officeDocument/2006/relationships/image" Target="../media/image2.emf"/><Relationship Id="rId7" Type="http://schemas.openxmlformats.org/officeDocument/2006/relationships/image" Target="../media/image6.png"/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emf"/><Relationship Id="rId5" Type="http://schemas.openxmlformats.org/officeDocument/2006/relationships/image" Target="../media/image4.emf"/><Relationship Id="rId4" Type="http://schemas.openxmlformats.org/officeDocument/2006/relationships/image" Target="../media/image3.emf"/></Relationships>
</file>

<file path=ppt/slideLayouts/_rels/slideLayout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emf"/><Relationship Id="rId3" Type="http://schemas.openxmlformats.org/officeDocument/2006/relationships/image" Target="../media/image2.emf"/><Relationship Id="rId7" Type="http://schemas.openxmlformats.org/officeDocument/2006/relationships/image" Target="../media/image6.png"/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emf"/><Relationship Id="rId5" Type="http://schemas.openxmlformats.org/officeDocument/2006/relationships/image" Target="../media/image4.emf"/><Relationship Id="rId4" Type="http://schemas.openxmlformats.org/officeDocument/2006/relationships/image" Target="../media/image3.emf"/></Relationships>
</file>

<file path=ppt/slideLayouts/_rels/slideLayout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emf"/><Relationship Id="rId3" Type="http://schemas.openxmlformats.org/officeDocument/2006/relationships/image" Target="../media/image2.emf"/><Relationship Id="rId7" Type="http://schemas.openxmlformats.org/officeDocument/2006/relationships/image" Target="../media/image6.png"/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emf"/><Relationship Id="rId5" Type="http://schemas.openxmlformats.org/officeDocument/2006/relationships/image" Target="../media/image4.emf"/><Relationship Id="rId4" Type="http://schemas.openxmlformats.org/officeDocument/2006/relationships/image" Target="../media/image3.emf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60120" y="1571308"/>
            <a:ext cx="10881360" cy="3342640"/>
          </a:xfrm>
        </p:spPr>
        <p:txBody>
          <a:bodyPr anchor="b"/>
          <a:lstStyle>
            <a:lvl1pPr algn="ctr">
              <a:defRPr sz="8400"/>
            </a:lvl1pPr>
          </a:lstStyle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600200" y="5042853"/>
            <a:ext cx="9601200" cy="2318067"/>
          </a:xfrm>
        </p:spPr>
        <p:txBody>
          <a:bodyPr/>
          <a:lstStyle>
            <a:lvl1pPr marL="0" indent="0" algn="ctr">
              <a:buNone/>
              <a:defRPr sz="3360"/>
            </a:lvl1pPr>
            <a:lvl2pPr marL="640080" indent="0" algn="ctr">
              <a:buNone/>
              <a:defRPr sz="2800"/>
            </a:lvl2pPr>
            <a:lvl3pPr marL="1280160" indent="0" algn="ctr">
              <a:buNone/>
              <a:defRPr sz="2520"/>
            </a:lvl3pPr>
            <a:lvl4pPr marL="1920240" indent="0" algn="ctr">
              <a:buNone/>
              <a:defRPr sz="2240"/>
            </a:lvl4pPr>
            <a:lvl5pPr marL="2560320" indent="0" algn="ctr">
              <a:buNone/>
              <a:defRPr sz="2240"/>
            </a:lvl5pPr>
            <a:lvl6pPr marL="3200400" indent="0" algn="ctr">
              <a:buNone/>
              <a:defRPr sz="2240"/>
            </a:lvl6pPr>
            <a:lvl7pPr marL="3840480" indent="0" algn="ctr">
              <a:buNone/>
              <a:defRPr sz="2240"/>
            </a:lvl7pPr>
            <a:lvl8pPr marL="4480560" indent="0" algn="ctr">
              <a:buNone/>
              <a:defRPr sz="2240"/>
            </a:lvl8pPr>
            <a:lvl9pPr marL="5120640" indent="0" algn="ctr">
              <a:buNone/>
              <a:defRPr sz="2240"/>
            </a:lvl9pPr>
          </a:lstStyle>
          <a:p>
            <a:r>
              <a:rPr lang="ko-KR" altLang="en-US" smtClean="0"/>
              <a:t>클릭하여 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5E3240-8836-4F34-8844-8A44691A7D73}" type="datetimeFigureOut">
              <a:rPr lang="ko-KR" altLang="en-US" smtClean="0"/>
              <a:t>2026-03-25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C3F1FE-B75D-4A87-BBD4-8404A72895A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632014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5E3240-8836-4F34-8844-8A44691A7D73}" type="datetimeFigureOut">
              <a:rPr lang="ko-KR" altLang="en-US" smtClean="0"/>
              <a:t>2026-03-25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C3F1FE-B75D-4A87-BBD4-8404A72895A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7734809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73443" y="2393635"/>
            <a:ext cx="11041380" cy="3993832"/>
          </a:xfrm>
        </p:spPr>
        <p:txBody>
          <a:bodyPr anchor="b"/>
          <a:lstStyle>
            <a:lvl1pPr>
              <a:defRPr sz="8400"/>
            </a:lvl1pPr>
          </a:lstStyle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73443" y="6425250"/>
            <a:ext cx="11041380" cy="2100262"/>
          </a:xfrm>
        </p:spPr>
        <p:txBody>
          <a:bodyPr/>
          <a:lstStyle>
            <a:lvl1pPr marL="0" indent="0">
              <a:buNone/>
              <a:defRPr sz="3360">
                <a:solidFill>
                  <a:schemeClr val="tx1"/>
                </a:solidFill>
              </a:defRPr>
            </a:lvl1pPr>
            <a:lvl2pPr marL="640080" indent="0">
              <a:buNone/>
              <a:defRPr sz="2800">
                <a:solidFill>
                  <a:schemeClr val="tx1">
                    <a:tint val="75000"/>
                  </a:schemeClr>
                </a:solidFill>
              </a:defRPr>
            </a:lvl2pPr>
            <a:lvl3pPr marL="1280160" indent="0">
              <a:buNone/>
              <a:defRPr sz="2520">
                <a:solidFill>
                  <a:schemeClr val="tx1">
                    <a:tint val="75000"/>
                  </a:schemeClr>
                </a:solidFill>
              </a:defRPr>
            </a:lvl3pPr>
            <a:lvl4pPr marL="1920240" indent="0">
              <a:buNone/>
              <a:defRPr sz="2240">
                <a:solidFill>
                  <a:schemeClr val="tx1">
                    <a:tint val="75000"/>
                  </a:schemeClr>
                </a:solidFill>
              </a:defRPr>
            </a:lvl4pPr>
            <a:lvl5pPr marL="2560320" indent="0">
              <a:buNone/>
              <a:defRPr sz="2240">
                <a:solidFill>
                  <a:schemeClr val="tx1">
                    <a:tint val="75000"/>
                  </a:schemeClr>
                </a:solidFill>
              </a:defRPr>
            </a:lvl5pPr>
            <a:lvl6pPr marL="3200400" indent="0">
              <a:buNone/>
              <a:defRPr sz="2240">
                <a:solidFill>
                  <a:schemeClr val="tx1">
                    <a:tint val="75000"/>
                  </a:schemeClr>
                </a:solidFill>
              </a:defRPr>
            </a:lvl6pPr>
            <a:lvl7pPr marL="3840480" indent="0">
              <a:buNone/>
              <a:defRPr sz="2240">
                <a:solidFill>
                  <a:schemeClr val="tx1">
                    <a:tint val="75000"/>
                  </a:schemeClr>
                </a:solidFill>
              </a:defRPr>
            </a:lvl7pPr>
            <a:lvl8pPr marL="4480560" indent="0">
              <a:buNone/>
              <a:defRPr sz="2240">
                <a:solidFill>
                  <a:schemeClr val="tx1">
                    <a:tint val="75000"/>
                  </a:schemeClr>
                </a:solidFill>
              </a:defRPr>
            </a:lvl8pPr>
            <a:lvl9pPr marL="5120640" indent="0">
              <a:buNone/>
              <a:defRPr sz="224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5E3240-8836-4F34-8844-8A44691A7D73}" type="datetimeFigureOut">
              <a:rPr lang="ko-KR" altLang="en-US" smtClean="0"/>
              <a:t>2026-03-25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C3F1FE-B75D-4A87-BBD4-8404A72895A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3701836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80110" y="2555875"/>
            <a:ext cx="5440680" cy="6091873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80810" y="2555875"/>
            <a:ext cx="5440680" cy="6091873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5E3240-8836-4F34-8844-8A44691A7D73}" type="datetimeFigureOut">
              <a:rPr lang="ko-KR" altLang="en-US" smtClean="0"/>
              <a:t>2026-03-25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C3F1FE-B75D-4A87-BBD4-8404A72895A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4995955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81777" y="511177"/>
            <a:ext cx="11041380" cy="1855788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81779" y="2353628"/>
            <a:ext cx="5415676" cy="1153477"/>
          </a:xfrm>
        </p:spPr>
        <p:txBody>
          <a:bodyPr anchor="b"/>
          <a:lstStyle>
            <a:lvl1pPr marL="0" indent="0">
              <a:buNone/>
              <a:defRPr sz="3360" b="1"/>
            </a:lvl1pPr>
            <a:lvl2pPr marL="640080" indent="0">
              <a:buNone/>
              <a:defRPr sz="2800" b="1"/>
            </a:lvl2pPr>
            <a:lvl3pPr marL="1280160" indent="0">
              <a:buNone/>
              <a:defRPr sz="2520" b="1"/>
            </a:lvl3pPr>
            <a:lvl4pPr marL="1920240" indent="0">
              <a:buNone/>
              <a:defRPr sz="2240" b="1"/>
            </a:lvl4pPr>
            <a:lvl5pPr marL="2560320" indent="0">
              <a:buNone/>
              <a:defRPr sz="2240" b="1"/>
            </a:lvl5pPr>
            <a:lvl6pPr marL="3200400" indent="0">
              <a:buNone/>
              <a:defRPr sz="2240" b="1"/>
            </a:lvl6pPr>
            <a:lvl7pPr marL="3840480" indent="0">
              <a:buNone/>
              <a:defRPr sz="2240" b="1"/>
            </a:lvl7pPr>
            <a:lvl8pPr marL="4480560" indent="0">
              <a:buNone/>
              <a:defRPr sz="2240" b="1"/>
            </a:lvl8pPr>
            <a:lvl9pPr marL="5120640" indent="0">
              <a:buNone/>
              <a:defRPr sz="2240" b="1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81779" y="3507105"/>
            <a:ext cx="5415676" cy="5158423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80811" y="2353628"/>
            <a:ext cx="5442347" cy="1153477"/>
          </a:xfrm>
        </p:spPr>
        <p:txBody>
          <a:bodyPr anchor="b"/>
          <a:lstStyle>
            <a:lvl1pPr marL="0" indent="0">
              <a:buNone/>
              <a:defRPr sz="3360" b="1"/>
            </a:lvl1pPr>
            <a:lvl2pPr marL="640080" indent="0">
              <a:buNone/>
              <a:defRPr sz="2800" b="1"/>
            </a:lvl2pPr>
            <a:lvl3pPr marL="1280160" indent="0">
              <a:buNone/>
              <a:defRPr sz="2520" b="1"/>
            </a:lvl3pPr>
            <a:lvl4pPr marL="1920240" indent="0">
              <a:buNone/>
              <a:defRPr sz="2240" b="1"/>
            </a:lvl4pPr>
            <a:lvl5pPr marL="2560320" indent="0">
              <a:buNone/>
              <a:defRPr sz="2240" b="1"/>
            </a:lvl5pPr>
            <a:lvl6pPr marL="3200400" indent="0">
              <a:buNone/>
              <a:defRPr sz="2240" b="1"/>
            </a:lvl6pPr>
            <a:lvl7pPr marL="3840480" indent="0">
              <a:buNone/>
              <a:defRPr sz="2240" b="1"/>
            </a:lvl7pPr>
            <a:lvl8pPr marL="4480560" indent="0">
              <a:buNone/>
              <a:defRPr sz="2240" b="1"/>
            </a:lvl8pPr>
            <a:lvl9pPr marL="5120640" indent="0">
              <a:buNone/>
              <a:defRPr sz="2240" b="1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480811" y="3507105"/>
            <a:ext cx="5442347" cy="5158423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5E3240-8836-4F34-8844-8A44691A7D73}" type="datetimeFigureOut">
              <a:rPr lang="ko-KR" altLang="en-US" smtClean="0"/>
              <a:t>2026-03-25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C3F1FE-B75D-4A87-BBD4-8404A72895A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8997976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5E3240-8836-4F34-8844-8A44691A7D73}" type="datetimeFigureOut">
              <a:rPr lang="ko-KR" altLang="en-US" smtClean="0"/>
              <a:t>2026-03-25</a:t>
            </a:fld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C3F1FE-B75D-4A87-BBD4-8404A72895A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37080812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5E3240-8836-4F34-8844-8A44691A7D73}" type="datetimeFigureOut">
              <a:rPr lang="ko-KR" altLang="en-US" smtClean="0"/>
              <a:t>2026-03-25</a:t>
            </a:fld>
            <a:endParaRPr lang="ko-KR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C3F1FE-B75D-4A87-BBD4-8404A72895A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36193954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81778" y="640080"/>
            <a:ext cx="4128849" cy="2240280"/>
          </a:xfrm>
        </p:spPr>
        <p:txBody>
          <a:bodyPr anchor="b"/>
          <a:lstStyle>
            <a:lvl1pPr>
              <a:defRPr sz="4480"/>
            </a:lvl1pPr>
          </a:lstStyle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42347" y="1382397"/>
            <a:ext cx="6480810" cy="6823075"/>
          </a:xfrm>
        </p:spPr>
        <p:txBody>
          <a:bodyPr/>
          <a:lstStyle>
            <a:lvl1pPr>
              <a:defRPr sz="4480"/>
            </a:lvl1pPr>
            <a:lvl2pPr>
              <a:defRPr sz="3920"/>
            </a:lvl2pPr>
            <a:lvl3pPr>
              <a:defRPr sz="3360"/>
            </a:lvl3pPr>
            <a:lvl4pPr>
              <a:defRPr sz="2800"/>
            </a:lvl4pPr>
            <a:lvl5pPr>
              <a:defRPr sz="2800"/>
            </a:lvl5pPr>
            <a:lvl6pPr>
              <a:defRPr sz="2800"/>
            </a:lvl6pPr>
            <a:lvl7pPr>
              <a:defRPr sz="2800"/>
            </a:lvl7pPr>
            <a:lvl8pPr>
              <a:defRPr sz="2800"/>
            </a:lvl8pPr>
            <a:lvl9pPr>
              <a:defRPr sz="28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81778" y="2880360"/>
            <a:ext cx="4128849" cy="5336223"/>
          </a:xfrm>
        </p:spPr>
        <p:txBody>
          <a:bodyPr/>
          <a:lstStyle>
            <a:lvl1pPr marL="0" indent="0">
              <a:buNone/>
              <a:defRPr sz="2240"/>
            </a:lvl1pPr>
            <a:lvl2pPr marL="640080" indent="0">
              <a:buNone/>
              <a:defRPr sz="1960"/>
            </a:lvl2pPr>
            <a:lvl3pPr marL="1280160" indent="0">
              <a:buNone/>
              <a:defRPr sz="1680"/>
            </a:lvl3pPr>
            <a:lvl4pPr marL="1920240" indent="0">
              <a:buNone/>
              <a:defRPr sz="1400"/>
            </a:lvl4pPr>
            <a:lvl5pPr marL="2560320" indent="0">
              <a:buNone/>
              <a:defRPr sz="1400"/>
            </a:lvl5pPr>
            <a:lvl6pPr marL="3200400" indent="0">
              <a:buNone/>
              <a:defRPr sz="1400"/>
            </a:lvl6pPr>
            <a:lvl7pPr marL="3840480" indent="0">
              <a:buNone/>
              <a:defRPr sz="1400"/>
            </a:lvl7pPr>
            <a:lvl8pPr marL="4480560" indent="0">
              <a:buNone/>
              <a:defRPr sz="1400"/>
            </a:lvl8pPr>
            <a:lvl9pPr marL="5120640" indent="0">
              <a:buNone/>
              <a:defRPr sz="14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5E3240-8836-4F34-8844-8A44691A7D73}" type="datetimeFigureOut">
              <a:rPr lang="ko-KR" altLang="en-US" smtClean="0"/>
              <a:t>2026-03-25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C3F1FE-B75D-4A87-BBD4-8404A72895A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1735613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81778" y="640080"/>
            <a:ext cx="4128849" cy="2240280"/>
          </a:xfrm>
        </p:spPr>
        <p:txBody>
          <a:bodyPr anchor="b"/>
          <a:lstStyle>
            <a:lvl1pPr>
              <a:defRPr sz="4480"/>
            </a:lvl1pPr>
          </a:lstStyle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442347" y="1382397"/>
            <a:ext cx="6480810" cy="6823075"/>
          </a:xfrm>
        </p:spPr>
        <p:txBody>
          <a:bodyPr anchor="t"/>
          <a:lstStyle>
            <a:lvl1pPr marL="0" indent="0">
              <a:buNone/>
              <a:defRPr sz="4480"/>
            </a:lvl1pPr>
            <a:lvl2pPr marL="640080" indent="0">
              <a:buNone/>
              <a:defRPr sz="3920"/>
            </a:lvl2pPr>
            <a:lvl3pPr marL="1280160" indent="0">
              <a:buNone/>
              <a:defRPr sz="3360"/>
            </a:lvl3pPr>
            <a:lvl4pPr marL="1920240" indent="0">
              <a:buNone/>
              <a:defRPr sz="2800"/>
            </a:lvl4pPr>
            <a:lvl5pPr marL="2560320" indent="0">
              <a:buNone/>
              <a:defRPr sz="2800"/>
            </a:lvl5pPr>
            <a:lvl6pPr marL="3200400" indent="0">
              <a:buNone/>
              <a:defRPr sz="2800"/>
            </a:lvl6pPr>
            <a:lvl7pPr marL="3840480" indent="0">
              <a:buNone/>
              <a:defRPr sz="2800"/>
            </a:lvl7pPr>
            <a:lvl8pPr marL="4480560" indent="0">
              <a:buNone/>
              <a:defRPr sz="2800"/>
            </a:lvl8pPr>
            <a:lvl9pPr marL="5120640" indent="0">
              <a:buNone/>
              <a:defRPr sz="2800"/>
            </a:lvl9pPr>
          </a:lstStyle>
          <a:p>
            <a:r>
              <a:rPr lang="ko-KR" altLang="en-US" smtClean="0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81778" y="2880360"/>
            <a:ext cx="4128849" cy="5336223"/>
          </a:xfrm>
        </p:spPr>
        <p:txBody>
          <a:bodyPr/>
          <a:lstStyle>
            <a:lvl1pPr marL="0" indent="0">
              <a:buNone/>
              <a:defRPr sz="2240"/>
            </a:lvl1pPr>
            <a:lvl2pPr marL="640080" indent="0">
              <a:buNone/>
              <a:defRPr sz="1960"/>
            </a:lvl2pPr>
            <a:lvl3pPr marL="1280160" indent="0">
              <a:buNone/>
              <a:defRPr sz="1680"/>
            </a:lvl3pPr>
            <a:lvl4pPr marL="1920240" indent="0">
              <a:buNone/>
              <a:defRPr sz="1400"/>
            </a:lvl4pPr>
            <a:lvl5pPr marL="2560320" indent="0">
              <a:buNone/>
              <a:defRPr sz="1400"/>
            </a:lvl5pPr>
            <a:lvl6pPr marL="3200400" indent="0">
              <a:buNone/>
              <a:defRPr sz="1400"/>
            </a:lvl6pPr>
            <a:lvl7pPr marL="3840480" indent="0">
              <a:buNone/>
              <a:defRPr sz="1400"/>
            </a:lvl7pPr>
            <a:lvl8pPr marL="4480560" indent="0">
              <a:buNone/>
              <a:defRPr sz="1400"/>
            </a:lvl8pPr>
            <a:lvl9pPr marL="5120640" indent="0">
              <a:buNone/>
              <a:defRPr sz="14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5E3240-8836-4F34-8844-8A44691A7D73}" type="datetimeFigureOut">
              <a:rPr lang="ko-KR" altLang="en-US" smtClean="0"/>
              <a:t>2026-03-25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C3F1FE-B75D-4A87-BBD4-8404A72895A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5390910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5E3240-8836-4F34-8844-8A44691A7D73}" type="datetimeFigureOut">
              <a:rPr lang="ko-KR" altLang="en-US" smtClean="0"/>
              <a:t>2026-03-25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C3F1FE-B75D-4A87-BBD4-8404A72895A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4366024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161146" y="511175"/>
            <a:ext cx="2760345" cy="8136573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80111" y="511175"/>
            <a:ext cx="8121015" cy="8136573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5E3240-8836-4F34-8844-8A44691A7D73}" type="datetimeFigureOut">
              <a:rPr lang="ko-KR" altLang="en-US" smtClean="0"/>
              <a:t>2026-03-25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C3F1FE-B75D-4A87-BBD4-8404A72895A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5466173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삼광_공장동_2층_동쪽">
    <p:bg>
      <p:bgPr>
        <a:solidFill>
          <a:srgbClr val="FF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직사각형 5"/>
          <p:cNvSpPr/>
          <p:nvPr userDrawn="1"/>
        </p:nvSpPr>
        <p:spPr>
          <a:xfrm>
            <a:off x="385512" y="1513058"/>
            <a:ext cx="12031077" cy="7734716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2117"/>
          </a:p>
        </p:txBody>
      </p:sp>
      <p:sp>
        <p:nvSpPr>
          <p:cNvPr id="7" name="TextBox 6"/>
          <p:cNvSpPr txBox="1"/>
          <p:nvPr userDrawn="1"/>
        </p:nvSpPr>
        <p:spPr>
          <a:xfrm>
            <a:off x="385512" y="361525"/>
            <a:ext cx="6591869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6000" b="1" dirty="0" err="1" smtClean="0">
                <a:solidFill>
                  <a:schemeClr val="bg1"/>
                </a:solidFill>
              </a:rPr>
              <a:t>피난안내도</a:t>
            </a:r>
            <a:r>
              <a:rPr lang="ko-KR" altLang="en-US" sz="6000" b="1" dirty="0" smtClean="0">
                <a:solidFill>
                  <a:schemeClr val="bg1"/>
                </a:solidFill>
              </a:rPr>
              <a:t> 기타 </a:t>
            </a:r>
            <a:r>
              <a:rPr lang="en-US" altLang="ko-KR" sz="6000" b="1" dirty="0" smtClean="0">
                <a:solidFill>
                  <a:schemeClr val="bg1"/>
                </a:solidFill>
              </a:rPr>
              <a:t>AI</a:t>
            </a:r>
            <a:endParaRPr lang="ko-KR" altLang="en-US" sz="6000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4631273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삼광윈테크_공장동_1층_북쪽">
    <p:bg>
      <p:bgPr>
        <a:solidFill>
          <a:srgbClr val="FF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직사각형 5"/>
          <p:cNvSpPr/>
          <p:nvPr userDrawn="1"/>
        </p:nvSpPr>
        <p:spPr>
          <a:xfrm>
            <a:off x="385512" y="1513058"/>
            <a:ext cx="12031077" cy="7734716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2117"/>
          </a:p>
        </p:txBody>
      </p:sp>
      <p:sp>
        <p:nvSpPr>
          <p:cNvPr id="7" name="TextBox 6"/>
          <p:cNvSpPr txBox="1"/>
          <p:nvPr userDrawn="1"/>
        </p:nvSpPr>
        <p:spPr>
          <a:xfrm>
            <a:off x="385512" y="361525"/>
            <a:ext cx="4031873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6000" b="1" dirty="0" err="1" smtClean="0">
                <a:solidFill>
                  <a:schemeClr val="bg1"/>
                </a:solidFill>
              </a:rPr>
              <a:t>피난안내도</a:t>
            </a:r>
            <a:endParaRPr lang="ko-KR" altLang="en-US" sz="6000" b="1" dirty="0">
              <a:solidFill>
                <a:schemeClr val="bg1"/>
              </a:solidFill>
            </a:endParaRPr>
          </a:p>
        </p:txBody>
      </p:sp>
      <p:sp>
        <p:nvSpPr>
          <p:cNvPr id="8" name="TextBox 7"/>
          <p:cNvSpPr txBox="1"/>
          <p:nvPr userDrawn="1"/>
        </p:nvSpPr>
        <p:spPr>
          <a:xfrm>
            <a:off x="4417385" y="497395"/>
            <a:ext cx="3750322" cy="74392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117" b="1" dirty="0" smtClean="0">
                <a:solidFill>
                  <a:schemeClr val="bg1"/>
                </a:solidFill>
              </a:rPr>
              <a:t>Emergency</a:t>
            </a:r>
            <a:r>
              <a:rPr lang="en-US" altLang="ko-KR" sz="2117" b="1" baseline="0" dirty="0" smtClean="0">
                <a:solidFill>
                  <a:schemeClr val="bg1"/>
                </a:solidFill>
              </a:rPr>
              <a:t> Evacuation map</a:t>
            </a:r>
          </a:p>
          <a:p>
            <a:pPr marL="0" marR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vi-VN" altLang="ko-KR" sz="2117" b="1" dirty="0" smtClean="0">
                <a:solidFill>
                  <a:schemeClr val="bg1"/>
                </a:solidFill>
              </a:rPr>
              <a:t>Sơ đồ thoát hiểm khẩn cấp</a:t>
            </a:r>
          </a:p>
        </p:txBody>
      </p:sp>
      <p:pic>
        <p:nvPicPr>
          <p:cNvPr id="10" name="pic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6808375" y="7837810"/>
            <a:ext cx="393649" cy="393649"/>
          </a:xfrm>
          <a:prstGeom prst="rect">
            <a:avLst/>
          </a:prstGeom>
        </p:spPr>
      </p:pic>
      <p:pic>
        <p:nvPicPr>
          <p:cNvPr id="11" name="pic"/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5755306" y="7816379"/>
            <a:ext cx="262174" cy="447168"/>
          </a:xfrm>
          <a:prstGeom prst="rect">
            <a:avLst/>
          </a:prstGeom>
        </p:spPr>
      </p:pic>
      <p:pic>
        <p:nvPicPr>
          <p:cNvPr id="12" name="pic"/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2792567" y="7843953"/>
            <a:ext cx="393649" cy="393649"/>
          </a:xfrm>
          <a:prstGeom prst="rect">
            <a:avLst/>
          </a:prstGeom>
        </p:spPr>
      </p:pic>
      <p:pic>
        <p:nvPicPr>
          <p:cNvPr id="13" name="pic"/>
          <p:cNvPicPr>
            <a:picLocks noChangeAspect="1"/>
          </p:cNvPicPr>
          <p:nvPr userDrawn="1"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423" t="-3893" r="21147" b="36695"/>
          <a:stretch/>
        </p:blipFill>
        <p:spPr>
          <a:xfrm rot="10800000">
            <a:off x="3985089" y="7861322"/>
            <a:ext cx="617742" cy="356920"/>
          </a:xfrm>
          <a:prstGeom prst="rect">
            <a:avLst/>
          </a:prstGeom>
        </p:spPr>
      </p:pic>
      <p:pic>
        <p:nvPicPr>
          <p:cNvPr id="14" name="pic"/>
          <p:cNvPicPr>
            <a:picLocks noChangeAspect="1"/>
          </p:cNvPicPr>
          <p:nvPr userDrawn="1"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666115" y="7797996"/>
            <a:ext cx="239498" cy="447168"/>
          </a:xfrm>
          <a:prstGeom prst="rect">
            <a:avLst/>
          </a:prstGeom>
        </p:spPr>
      </p:pic>
      <p:pic>
        <p:nvPicPr>
          <p:cNvPr id="16" name="그림 15"/>
          <p:cNvPicPr>
            <a:picLocks noChangeAspect="1"/>
          </p:cNvPicPr>
          <p:nvPr userDrawn="1"/>
        </p:nvPicPr>
        <p:blipFill>
          <a:blip r:embed="rId8"/>
          <a:stretch>
            <a:fillRect/>
          </a:stretch>
        </p:blipFill>
        <p:spPr>
          <a:xfrm>
            <a:off x="9083842" y="1806569"/>
            <a:ext cx="3078925" cy="6643453"/>
          </a:xfrm>
          <a:prstGeom prst="rect">
            <a:avLst/>
          </a:prstGeom>
        </p:spPr>
      </p:pic>
      <p:grpSp>
        <p:nvGrpSpPr>
          <p:cNvPr id="3" name="그룹 2"/>
          <p:cNvGrpSpPr/>
          <p:nvPr userDrawn="1"/>
        </p:nvGrpSpPr>
        <p:grpSpPr>
          <a:xfrm>
            <a:off x="1016633" y="7903222"/>
            <a:ext cx="7436089" cy="821859"/>
            <a:chOff x="1393930" y="7010512"/>
            <a:chExt cx="7436089" cy="821859"/>
          </a:xfrm>
        </p:grpSpPr>
        <p:sp>
          <p:nvSpPr>
            <p:cNvPr id="15" name="TextBox 14"/>
            <p:cNvSpPr txBox="1"/>
            <p:nvPr userDrawn="1"/>
          </p:nvSpPr>
          <p:spPr>
            <a:xfrm>
              <a:off x="1393930" y="7010512"/>
              <a:ext cx="7268336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1400" b="1" dirty="0" smtClean="0">
                  <a:latin typeface="+mn-ea"/>
                  <a:ea typeface="+mn-ea"/>
                </a:rPr>
                <a:t>범례 </a:t>
              </a:r>
              <a:r>
                <a:rPr lang="en-US" altLang="ko-KR" sz="1400" b="1" dirty="0" smtClean="0">
                  <a:latin typeface="+mn-ea"/>
                  <a:ea typeface="+mn-ea"/>
                </a:rPr>
                <a:t>:      </a:t>
              </a:r>
              <a:r>
                <a:rPr lang="ko-KR" altLang="en-US" sz="1400" b="1" dirty="0" err="1" smtClean="0">
                  <a:latin typeface="+mn-ea"/>
                  <a:ea typeface="+mn-ea"/>
                </a:rPr>
                <a:t>현위치</a:t>
              </a:r>
              <a:r>
                <a:rPr lang="ko-KR" altLang="en-US" sz="1400" b="1" dirty="0" smtClean="0">
                  <a:latin typeface="+mn-ea"/>
                  <a:ea typeface="+mn-ea"/>
                </a:rPr>
                <a:t>             비상구             </a:t>
              </a:r>
              <a:r>
                <a:rPr lang="ko-KR" altLang="en-US" sz="1400" b="1" dirty="0" err="1" smtClean="0">
                  <a:latin typeface="+mn-ea"/>
                  <a:ea typeface="+mn-ea"/>
                </a:rPr>
                <a:t>피난동선</a:t>
              </a:r>
              <a:r>
                <a:rPr lang="ko-KR" altLang="en-US" sz="1400" b="1" dirty="0" smtClean="0">
                  <a:latin typeface="+mn-ea"/>
                  <a:ea typeface="+mn-ea"/>
                </a:rPr>
                <a:t>           </a:t>
              </a:r>
              <a:r>
                <a:rPr lang="ko-KR" altLang="en-US" sz="1400" b="1" baseline="0" dirty="0" smtClean="0">
                  <a:latin typeface="+mn-ea"/>
                  <a:ea typeface="+mn-ea"/>
                </a:rPr>
                <a:t> </a:t>
              </a:r>
              <a:r>
                <a:rPr lang="ko-KR" altLang="en-US" sz="1400" b="1" dirty="0" smtClean="0">
                  <a:latin typeface="+mn-ea"/>
                  <a:ea typeface="+mn-ea"/>
                </a:rPr>
                <a:t>소화기          </a:t>
              </a:r>
              <a:r>
                <a:rPr lang="ko-KR" altLang="en-US" sz="1400" b="1" dirty="0" err="1" smtClean="0">
                  <a:latin typeface="+mn-ea"/>
                  <a:ea typeface="+mn-ea"/>
                </a:rPr>
                <a:t>소화호스</a:t>
              </a:r>
              <a:r>
                <a:rPr lang="ko-KR" altLang="en-US" sz="1400" b="1" dirty="0" smtClean="0">
                  <a:latin typeface="+mn-ea"/>
                  <a:ea typeface="+mn-ea"/>
                </a:rPr>
                <a:t>  </a:t>
              </a:r>
              <a:endParaRPr lang="ko-KR" altLang="en-US" sz="1400" b="1" dirty="0">
                <a:latin typeface="+mn-ea"/>
                <a:ea typeface="+mn-ea"/>
              </a:endParaRPr>
            </a:p>
          </p:txBody>
        </p:sp>
        <p:sp>
          <p:nvSpPr>
            <p:cNvPr id="17" name="TextBox 16"/>
            <p:cNvSpPr txBox="1"/>
            <p:nvPr userDrawn="1"/>
          </p:nvSpPr>
          <p:spPr>
            <a:xfrm>
              <a:off x="2043413" y="7283631"/>
              <a:ext cx="6436698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200" b="1" dirty="0" smtClean="0"/>
                <a:t>(You Are Here) </a:t>
              </a:r>
              <a:r>
                <a:rPr lang="en-US" altLang="ko-KR" sz="1200" b="1" baseline="0" dirty="0" smtClean="0"/>
                <a:t> </a:t>
              </a:r>
              <a:r>
                <a:rPr lang="en-US" altLang="ko-KR" sz="1200" b="1" dirty="0" smtClean="0"/>
                <a:t>        (Emergency Exit)         (Evacuation Route)      (Fire Extinguisher)         (Fire Hose)</a:t>
              </a:r>
            </a:p>
          </p:txBody>
        </p:sp>
        <p:sp>
          <p:nvSpPr>
            <p:cNvPr id="2" name="직사각형 1"/>
            <p:cNvSpPr/>
            <p:nvPr userDrawn="1"/>
          </p:nvSpPr>
          <p:spPr>
            <a:xfrm>
              <a:off x="2043412" y="7555372"/>
              <a:ext cx="6786607" cy="276999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altLang="ko-KR" sz="1200" b="1" dirty="0" smtClean="0"/>
                <a:t>(</a:t>
              </a:r>
              <a:r>
                <a:rPr lang="en-US" altLang="ko-KR" sz="1200" b="1" dirty="0" err="1" smtClean="0"/>
                <a:t>Vị</a:t>
              </a:r>
              <a:r>
                <a:rPr lang="en-US" altLang="ko-KR" sz="1200" b="1" dirty="0" smtClean="0"/>
                <a:t> </a:t>
              </a:r>
              <a:r>
                <a:rPr lang="en-US" altLang="ko-KR" sz="1200" b="1" dirty="0" err="1" smtClean="0"/>
                <a:t>trí</a:t>
              </a:r>
              <a:r>
                <a:rPr lang="en-US" altLang="ko-KR" sz="1200" b="1" dirty="0" smtClean="0"/>
                <a:t> </a:t>
              </a:r>
              <a:r>
                <a:rPr lang="en-US" altLang="ko-KR" sz="1200" b="1" dirty="0" err="1" smtClean="0"/>
                <a:t>hiện</a:t>
              </a:r>
              <a:r>
                <a:rPr lang="en-US" altLang="ko-KR" sz="1200" b="1" dirty="0" smtClean="0"/>
                <a:t> </a:t>
              </a:r>
              <a:r>
                <a:rPr lang="en-US" altLang="ko-KR" sz="1200" b="1" dirty="0" err="1" smtClean="0"/>
                <a:t>tại</a:t>
              </a:r>
              <a:r>
                <a:rPr lang="en-US" altLang="ko-KR" sz="1200" b="1" dirty="0" smtClean="0"/>
                <a:t>)           (</a:t>
              </a:r>
              <a:r>
                <a:rPr lang="en-US" altLang="ko-KR" sz="1200" b="1" dirty="0" err="1" smtClean="0"/>
                <a:t>Lối</a:t>
              </a:r>
              <a:r>
                <a:rPr lang="en-US" altLang="ko-KR" sz="1200" b="1" dirty="0" smtClean="0"/>
                <a:t> </a:t>
              </a:r>
              <a:r>
                <a:rPr lang="en-US" altLang="ko-KR" sz="1200" b="1" dirty="0" err="1" smtClean="0"/>
                <a:t>thoát</a:t>
              </a:r>
              <a:r>
                <a:rPr lang="en-US" altLang="ko-KR" sz="1200" b="1" dirty="0" smtClean="0"/>
                <a:t> </a:t>
              </a:r>
              <a:r>
                <a:rPr lang="en-US" altLang="ko-KR" sz="1200" b="1" dirty="0" err="1" smtClean="0"/>
                <a:t>hiểm</a:t>
              </a:r>
              <a:r>
                <a:rPr lang="en-US" altLang="ko-KR" sz="1200" b="1" dirty="0" smtClean="0"/>
                <a:t>)             (</a:t>
              </a:r>
              <a:r>
                <a:rPr lang="en-US" altLang="ko-KR" sz="1200" b="1" dirty="0" err="1" smtClean="0"/>
                <a:t>Lối</a:t>
              </a:r>
              <a:r>
                <a:rPr lang="en-US" altLang="ko-KR" sz="1200" b="1" dirty="0" smtClean="0"/>
                <a:t> </a:t>
              </a:r>
              <a:r>
                <a:rPr lang="en-US" altLang="ko-KR" sz="1200" b="1" dirty="0" err="1" smtClean="0"/>
                <a:t>thoát</a:t>
              </a:r>
              <a:r>
                <a:rPr lang="en-US" altLang="ko-KR" sz="1200" b="1" dirty="0" smtClean="0"/>
                <a:t> </a:t>
              </a:r>
              <a:r>
                <a:rPr lang="en-US" altLang="ko-KR" sz="1200" b="1" dirty="0" err="1" smtClean="0"/>
                <a:t>nạn</a:t>
              </a:r>
              <a:r>
                <a:rPr lang="en-US" altLang="ko-KR" sz="1200" b="1" dirty="0" smtClean="0"/>
                <a:t>)           (</a:t>
              </a:r>
              <a:r>
                <a:rPr lang="en-US" altLang="ko-KR" sz="1200" b="1" dirty="0" err="1" smtClean="0"/>
                <a:t>Bình</a:t>
              </a:r>
              <a:r>
                <a:rPr lang="en-US" altLang="ko-KR" sz="1200" b="1" dirty="0" smtClean="0"/>
                <a:t> </a:t>
              </a:r>
              <a:r>
                <a:rPr lang="en-US" altLang="ko-KR" sz="1200" b="1" dirty="0" err="1" smtClean="0"/>
                <a:t>chữa</a:t>
              </a:r>
              <a:r>
                <a:rPr lang="en-US" altLang="ko-KR" sz="1200" b="1" dirty="0" smtClean="0"/>
                <a:t> </a:t>
              </a:r>
              <a:r>
                <a:rPr lang="en-US" altLang="ko-KR" sz="1200" b="1" dirty="0" err="1" smtClean="0"/>
                <a:t>cháy</a:t>
              </a:r>
              <a:r>
                <a:rPr lang="en-US" altLang="ko-KR" sz="1200" b="1" dirty="0" smtClean="0"/>
                <a:t>)    </a:t>
              </a:r>
              <a:r>
                <a:rPr lang="en-US" altLang="ko-KR" sz="1200" b="1" baseline="0" dirty="0" smtClean="0"/>
                <a:t> </a:t>
              </a:r>
              <a:r>
                <a:rPr lang="en-US" altLang="ko-KR" sz="1200" b="1" dirty="0" smtClean="0"/>
                <a:t>  (</a:t>
              </a:r>
              <a:r>
                <a:rPr lang="en-US" altLang="ko-KR" sz="1200" b="1" dirty="0" err="1" smtClean="0"/>
                <a:t>Vòi</a:t>
              </a:r>
              <a:r>
                <a:rPr lang="en-US" altLang="ko-KR" sz="1200" b="1" dirty="0" smtClean="0"/>
                <a:t> </a:t>
              </a:r>
              <a:r>
                <a:rPr lang="en-US" altLang="ko-KR" sz="1200" b="1" dirty="0" err="1" smtClean="0"/>
                <a:t>chữa</a:t>
              </a:r>
              <a:r>
                <a:rPr lang="en-US" altLang="ko-KR" sz="1200" b="1" dirty="0" smtClean="0"/>
                <a:t> </a:t>
              </a:r>
              <a:r>
                <a:rPr lang="en-US" altLang="ko-KR" sz="1200" b="1" dirty="0" err="1" smtClean="0"/>
                <a:t>cháy</a:t>
              </a:r>
              <a:r>
                <a:rPr lang="en-US" altLang="ko-KR" sz="1200" b="1" dirty="0" smtClean="0"/>
                <a:t>)</a:t>
              </a:r>
              <a:endParaRPr lang="en-US" altLang="ko-KR" sz="1200" b="1" dirty="0"/>
            </a:p>
          </p:txBody>
        </p:sp>
      </p:grpSp>
      <p:sp>
        <p:nvSpPr>
          <p:cNvPr id="19" name="TextBox 18"/>
          <p:cNvSpPr txBox="1"/>
          <p:nvPr userDrawn="1"/>
        </p:nvSpPr>
        <p:spPr>
          <a:xfrm>
            <a:off x="8247279" y="637453"/>
            <a:ext cx="427232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ko-KR" altLang="en-US" sz="3200" b="1" dirty="0" err="1" smtClean="0">
                <a:solidFill>
                  <a:schemeClr val="bg1"/>
                </a:solidFill>
              </a:rPr>
              <a:t>삼광윈테크</a:t>
            </a:r>
            <a:r>
              <a:rPr lang="ko-KR" altLang="en-US" sz="3200" b="1" dirty="0" smtClean="0">
                <a:solidFill>
                  <a:schemeClr val="bg1"/>
                </a:solidFill>
              </a:rPr>
              <a:t> </a:t>
            </a:r>
            <a:r>
              <a:rPr lang="ko-KR" altLang="en-US" sz="3200" b="1" dirty="0" err="1" smtClean="0">
                <a:solidFill>
                  <a:schemeClr val="bg1"/>
                </a:solidFill>
              </a:rPr>
              <a:t>공장동</a:t>
            </a:r>
            <a:r>
              <a:rPr lang="ko-KR" altLang="en-US" sz="3200" b="1" dirty="0" smtClean="0">
                <a:solidFill>
                  <a:schemeClr val="bg1"/>
                </a:solidFill>
              </a:rPr>
              <a:t> </a:t>
            </a:r>
            <a:r>
              <a:rPr lang="en-US" altLang="ko-KR" sz="3200" b="1" dirty="0" smtClean="0">
                <a:solidFill>
                  <a:schemeClr val="bg1"/>
                </a:solidFill>
              </a:rPr>
              <a:t>1</a:t>
            </a:r>
            <a:r>
              <a:rPr lang="ko-KR" altLang="en-US" sz="3200" b="1" dirty="0" smtClean="0">
                <a:solidFill>
                  <a:schemeClr val="bg1"/>
                </a:solidFill>
              </a:rPr>
              <a:t>층</a:t>
            </a:r>
            <a:endParaRPr lang="ko-KR" altLang="en-US" sz="3200" b="1" dirty="0">
              <a:solidFill>
                <a:schemeClr val="bg1"/>
              </a:solidFill>
            </a:endParaRPr>
          </a:p>
        </p:txBody>
      </p:sp>
      <p:sp>
        <p:nvSpPr>
          <p:cNvPr id="21" name="TextBox 20"/>
          <p:cNvSpPr txBox="1"/>
          <p:nvPr userDrawn="1"/>
        </p:nvSpPr>
        <p:spPr>
          <a:xfrm>
            <a:off x="5814803" y="5810613"/>
            <a:ext cx="72327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400" b="1" dirty="0" err="1" smtClean="0"/>
              <a:t>사출실</a:t>
            </a:r>
            <a:endParaRPr lang="ko-KR" altLang="en-US" sz="1400" b="1" dirty="0"/>
          </a:p>
        </p:txBody>
      </p:sp>
      <p:sp>
        <p:nvSpPr>
          <p:cNvPr id="22" name="TextBox 21"/>
          <p:cNvSpPr txBox="1"/>
          <p:nvPr userDrawn="1"/>
        </p:nvSpPr>
        <p:spPr>
          <a:xfrm>
            <a:off x="3632619" y="5810614"/>
            <a:ext cx="70493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b="1" dirty="0" smtClean="0"/>
              <a:t>MCT</a:t>
            </a:r>
            <a:r>
              <a:rPr lang="ko-KR" altLang="en-US" sz="1400" b="1" dirty="0" smtClean="0"/>
              <a:t>실</a:t>
            </a:r>
            <a:endParaRPr lang="ko-KR" altLang="en-US" sz="1400" b="1" dirty="0"/>
          </a:p>
        </p:txBody>
      </p:sp>
      <p:sp>
        <p:nvSpPr>
          <p:cNvPr id="24" name="TextBox 23"/>
          <p:cNvSpPr txBox="1"/>
          <p:nvPr userDrawn="1"/>
        </p:nvSpPr>
        <p:spPr>
          <a:xfrm>
            <a:off x="2251393" y="3470806"/>
            <a:ext cx="108234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400" b="1" dirty="0" err="1" smtClean="0"/>
              <a:t>제품검사실</a:t>
            </a:r>
            <a:endParaRPr lang="ko-KR" altLang="en-US" sz="1400" b="1" dirty="0"/>
          </a:p>
        </p:txBody>
      </p:sp>
      <p:sp>
        <p:nvSpPr>
          <p:cNvPr id="25" name="TextBox 24"/>
          <p:cNvSpPr txBox="1"/>
          <p:nvPr userDrawn="1"/>
        </p:nvSpPr>
        <p:spPr>
          <a:xfrm>
            <a:off x="7330189" y="5810613"/>
            <a:ext cx="90281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400" b="1" smtClean="0"/>
              <a:t>제품창고</a:t>
            </a:r>
            <a:endParaRPr lang="ko-KR" altLang="en-US" sz="1400" b="1" dirty="0"/>
          </a:p>
        </p:txBody>
      </p:sp>
      <p:sp>
        <p:nvSpPr>
          <p:cNvPr id="27" name="TextBox 26"/>
          <p:cNvSpPr txBox="1"/>
          <p:nvPr userDrawn="1"/>
        </p:nvSpPr>
        <p:spPr>
          <a:xfrm>
            <a:off x="3958321" y="4764101"/>
            <a:ext cx="64633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1200" b="1" dirty="0" smtClean="0"/>
              <a:t>제조</a:t>
            </a:r>
            <a:endParaRPr lang="en-US" altLang="ko-KR" sz="1200" b="1" dirty="0" smtClean="0"/>
          </a:p>
          <a:p>
            <a:pPr algn="ctr"/>
            <a:r>
              <a:rPr lang="ko-KR" altLang="en-US" sz="1200" b="1" dirty="0" smtClean="0"/>
              <a:t>사무실</a:t>
            </a:r>
            <a:endParaRPr lang="ko-KR" altLang="en-US" sz="1200" b="1" dirty="0"/>
          </a:p>
        </p:txBody>
      </p:sp>
      <p:sp>
        <p:nvSpPr>
          <p:cNvPr id="28" name="TextBox 27"/>
          <p:cNvSpPr txBox="1"/>
          <p:nvPr userDrawn="1"/>
        </p:nvSpPr>
        <p:spPr>
          <a:xfrm>
            <a:off x="6214935" y="4501932"/>
            <a:ext cx="90281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400" b="1" dirty="0" err="1" smtClean="0"/>
              <a:t>레진창고</a:t>
            </a:r>
            <a:endParaRPr lang="ko-KR" altLang="en-US" sz="1400" b="1" dirty="0"/>
          </a:p>
        </p:txBody>
      </p:sp>
      <p:cxnSp>
        <p:nvCxnSpPr>
          <p:cNvPr id="30" name="꺾인 연결선 29"/>
          <p:cNvCxnSpPr/>
          <p:nvPr userDrawn="1"/>
        </p:nvCxnSpPr>
        <p:spPr>
          <a:xfrm flipV="1">
            <a:off x="561975" y="2343150"/>
            <a:ext cx="7439025" cy="4029075"/>
          </a:xfrm>
          <a:prstGeom prst="bentConnector3">
            <a:avLst>
              <a:gd name="adj1" fmla="val 363"/>
            </a:avLst>
          </a:prstGeom>
          <a:ln w="5715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91" name="그룹 90"/>
          <p:cNvGrpSpPr/>
          <p:nvPr userDrawn="1"/>
        </p:nvGrpSpPr>
        <p:grpSpPr>
          <a:xfrm>
            <a:off x="513795" y="2514600"/>
            <a:ext cx="8570047" cy="4809066"/>
            <a:chOff x="513795" y="2514600"/>
            <a:chExt cx="8570047" cy="4809066"/>
          </a:xfrm>
        </p:grpSpPr>
        <p:pic>
          <p:nvPicPr>
            <p:cNvPr id="68" name="pic"/>
            <p:cNvPicPr>
              <a:picLocks noChangeAspect="1"/>
            </p:cNvPicPr>
            <p:nvPr userDrawn="1"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>
            <a:xfrm>
              <a:off x="4160413" y="6736588"/>
              <a:ext cx="133546" cy="133546"/>
            </a:xfrm>
            <a:prstGeom prst="rect">
              <a:avLst/>
            </a:prstGeom>
          </p:spPr>
        </p:pic>
        <p:pic>
          <p:nvPicPr>
            <p:cNvPr id="70" name="pic"/>
            <p:cNvPicPr>
              <a:picLocks noChangeAspect="1"/>
            </p:cNvPicPr>
            <p:nvPr userDrawn="1"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>
            <a:xfrm>
              <a:off x="4703916" y="4050230"/>
              <a:ext cx="133546" cy="133546"/>
            </a:xfrm>
            <a:prstGeom prst="rect">
              <a:avLst/>
            </a:prstGeom>
          </p:spPr>
        </p:pic>
        <p:pic>
          <p:nvPicPr>
            <p:cNvPr id="71" name="pic"/>
            <p:cNvPicPr>
              <a:picLocks noChangeAspect="1"/>
            </p:cNvPicPr>
            <p:nvPr userDrawn="1"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>
            <a:xfrm>
              <a:off x="2667471" y="3057086"/>
              <a:ext cx="133546" cy="133546"/>
            </a:xfrm>
            <a:prstGeom prst="rect">
              <a:avLst/>
            </a:prstGeom>
          </p:spPr>
        </p:pic>
        <p:sp>
          <p:nvSpPr>
            <p:cNvPr id="74" name="순서도: 처리 73"/>
            <p:cNvSpPr/>
            <p:nvPr userDrawn="1"/>
          </p:nvSpPr>
          <p:spPr>
            <a:xfrm>
              <a:off x="2032769" y="4262641"/>
              <a:ext cx="175044" cy="359365"/>
            </a:xfrm>
            <a:prstGeom prst="flowChartProcess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pic>
          <p:nvPicPr>
            <p:cNvPr id="26" name="pic"/>
            <p:cNvPicPr>
              <a:picLocks noChangeAspect="1"/>
            </p:cNvPicPr>
            <p:nvPr userDrawn="1"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>
            <a:xfrm>
              <a:off x="513795" y="2514600"/>
              <a:ext cx="8570047" cy="4809066"/>
            </a:xfrm>
            <a:prstGeom prst="rect">
              <a:avLst/>
            </a:prstGeom>
          </p:spPr>
        </p:pic>
        <p:pic>
          <p:nvPicPr>
            <p:cNvPr id="78" name="그림 77"/>
            <p:cNvPicPr>
              <a:picLocks noChangeAspect="1"/>
            </p:cNvPicPr>
            <p:nvPr userDrawn="1"/>
          </p:nvPicPr>
          <p:blipFill>
            <a:blip r:embed="rId10"/>
            <a:stretch>
              <a:fillRect/>
            </a:stretch>
          </p:blipFill>
          <p:spPr>
            <a:xfrm>
              <a:off x="3183514" y="5205413"/>
              <a:ext cx="276264" cy="107155"/>
            </a:xfrm>
            <a:prstGeom prst="rect">
              <a:avLst/>
            </a:prstGeom>
          </p:spPr>
        </p:pic>
        <p:sp>
          <p:nvSpPr>
            <p:cNvPr id="79" name="순서도: 처리 78"/>
            <p:cNvSpPr/>
            <p:nvPr userDrawn="1"/>
          </p:nvSpPr>
          <p:spPr>
            <a:xfrm>
              <a:off x="3101716" y="4227308"/>
              <a:ext cx="144175" cy="984431"/>
            </a:xfrm>
            <a:prstGeom prst="flowChartProcess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1" name="순서도: 처리 80"/>
            <p:cNvSpPr/>
            <p:nvPr userDrawn="1"/>
          </p:nvSpPr>
          <p:spPr>
            <a:xfrm flipH="1">
              <a:off x="3384726" y="4224145"/>
              <a:ext cx="25200" cy="984431"/>
            </a:xfrm>
            <a:prstGeom prst="flowChartProcess">
              <a:avLst/>
            </a:prstGeom>
            <a:solidFill>
              <a:schemeClr val="bg1"/>
            </a:solidFill>
            <a:ln w="254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85" name="순서도: 처리 84"/>
            <p:cNvSpPr/>
            <p:nvPr userDrawn="1"/>
          </p:nvSpPr>
          <p:spPr>
            <a:xfrm>
              <a:off x="3249083" y="4051923"/>
              <a:ext cx="239716" cy="193051"/>
            </a:xfrm>
            <a:prstGeom prst="flowChartProcess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" name="직사각형 3"/>
            <p:cNvSpPr/>
            <p:nvPr userDrawn="1"/>
          </p:nvSpPr>
          <p:spPr>
            <a:xfrm>
              <a:off x="7884711" y="4488095"/>
              <a:ext cx="218103" cy="167726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" name="순서도: 처리 4"/>
            <p:cNvSpPr/>
            <p:nvPr userDrawn="1"/>
          </p:nvSpPr>
          <p:spPr>
            <a:xfrm>
              <a:off x="3457575" y="5991225"/>
              <a:ext cx="175044" cy="292100"/>
            </a:xfrm>
            <a:prstGeom prst="flowChartProcess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pic>
          <p:nvPicPr>
            <p:cNvPr id="31" name="pic"/>
            <p:cNvPicPr>
              <a:picLocks noChangeAspect="1"/>
            </p:cNvPicPr>
            <p:nvPr userDrawn="1"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>
            <a:xfrm>
              <a:off x="2596414" y="6621322"/>
              <a:ext cx="120515" cy="274526"/>
            </a:xfrm>
            <a:prstGeom prst="rect">
              <a:avLst/>
            </a:prstGeom>
          </p:spPr>
        </p:pic>
        <p:pic>
          <p:nvPicPr>
            <p:cNvPr id="32" name="pic"/>
            <p:cNvPicPr>
              <a:picLocks noChangeAspect="1"/>
            </p:cNvPicPr>
            <p:nvPr userDrawn="1"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>
            <a:xfrm>
              <a:off x="1294016" y="3306353"/>
              <a:ext cx="120515" cy="274526"/>
            </a:xfrm>
            <a:prstGeom prst="rect">
              <a:avLst/>
            </a:prstGeom>
          </p:spPr>
        </p:pic>
        <p:pic>
          <p:nvPicPr>
            <p:cNvPr id="33" name="pic"/>
            <p:cNvPicPr>
              <a:picLocks noChangeAspect="1"/>
            </p:cNvPicPr>
            <p:nvPr userDrawn="1"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>
            <a:xfrm>
              <a:off x="4962901" y="3350168"/>
              <a:ext cx="120515" cy="274526"/>
            </a:xfrm>
            <a:prstGeom prst="rect">
              <a:avLst/>
            </a:prstGeom>
          </p:spPr>
        </p:pic>
        <p:pic>
          <p:nvPicPr>
            <p:cNvPr id="35" name="pic"/>
            <p:cNvPicPr>
              <a:picLocks noChangeAspect="1"/>
            </p:cNvPicPr>
            <p:nvPr userDrawn="1"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>
            <a:xfrm>
              <a:off x="940568" y="5833588"/>
              <a:ext cx="120515" cy="274526"/>
            </a:xfrm>
            <a:prstGeom prst="rect">
              <a:avLst/>
            </a:prstGeom>
          </p:spPr>
        </p:pic>
        <p:pic>
          <p:nvPicPr>
            <p:cNvPr id="36" name="pic"/>
            <p:cNvPicPr>
              <a:picLocks noChangeAspect="1"/>
            </p:cNvPicPr>
            <p:nvPr userDrawn="1"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>
            <a:xfrm>
              <a:off x="1105018" y="6319631"/>
              <a:ext cx="120515" cy="274526"/>
            </a:xfrm>
            <a:prstGeom prst="rect">
              <a:avLst/>
            </a:prstGeom>
          </p:spPr>
        </p:pic>
        <p:pic>
          <p:nvPicPr>
            <p:cNvPr id="37" name="pic"/>
            <p:cNvPicPr>
              <a:picLocks noChangeAspect="1"/>
            </p:cNvPicPr>
            <p:nvPr userDrawn="1"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>
            <a:xfrm>
              <a:off x="1114931" y="5151943"/>
              <a:ext cx="120515" cy="274526"/>
            </a:xfrm>
            <a:prstGeom prst="rect">
              <a:avLst/>
            </a:prstGeom>
          </p:spPr>
        </p:pic>
        <p:pic>
          <p:nvPicPr>
            <p:cNvPr id="38" name="pic"/>
            <p:cNvPicPr>
              <a:picLocks noChangeAspect="1"/>
            </p:cNvPicPr>
            <p:nvPr userDrawn="1"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>
            <a:xfrm>
              <a:off x="1643851" y="3932543"/>
              <a:ext cx="120515" cy="274526"/>
            </a:xfrm>
            <a:prstGeom prst="rect">
              <a:avLst/>
            </a:prstGeom>
          </p:spPr>
        </p:pic>
        <p:pic>
          <p:nvPicPr>
            <p:cNvPr id="40" name="pic"/>
            <p:cNvPicPr>
              <a:picLocks noChangeAspect="1"/>
            </p:cNvPicPr>
            <p:nvPr userDrawn="1"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>
            <a:xfrm>
              <a:off x="2926255" y="3932543"/>
              <a:ext cx="120515" cy="274526"/>
            </a:xfrm>
            <a:prstGeom prst="rect">
              <a:avLst/>
            </a:prstGeom>
          </p:spPr>
        </p:pic>
        <p:pic>
          <p:nvPicPr>
            <p:cNvPr id="41" name="pic"/>
            <p:cNvPicPr>
              <a:picLocks noChangeAspect="1"/>
            </p:cNvPicPr>
            <p:nvPr userDrawn="1"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>
            <a:xfrm>
              <a:off x="2645961" y="5234651"/>
              <a:ext cx="120515" cy="274526"/>
            </a:xfrm>
            <a:prstGeom prst="rect">
              <a:avLst/>
            </a:prstGeom>
          </p:spPr>
        </p:pic>
        <p:sp>
          <p:nvSpPr>
            <p:cNvPr id="42" name="순서도: 처리 41"/>
            <p:cNvSpPr/>
            <p:nvPr userDrawn="1"/>
          </p:nvSpPr>
          <p:spPr>
            <a:xfrm>
              <a:off x="2266950" y="5299074"/>
              <a:ext cx="175044" cy="200025"/>
            </a:xfrm>
            <a:prstGeom prst="flowChartProcess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pic>
          <p:nvPicPr>
            <p:cNvPr id="20" name="그림 19"/>
            <p:cNvPicPr>
              <a:picLocks noChangeAspect="1"/>
            </p:cNvPicPr>
            <p:nvPr userDrawn="1"/>
          </p:nvPicPr>
          <p:blipFill>
            <a:blip r:embed="rId11"/>
            <a:stretch>
              <a:fillRect/>
            </a:stretch>
          </p:blipFill>
          <p:spPr>
            <a:xfrm>
              <a:off x="2207418" y="5461925"/>
              <a:ext cx="164387" cy="228852"/>
            </a:xfrm>
            <a:prstGeom prst="rect">
              <a:avLst/>
            </a:prstGeom>
          </p:spPr>
        </p:pic>
        <p:pic>
          <p:nvPicPr>
            <p:cNvPr id="43" name="그림 42"/>
            <p:cNvPicPr>
              <a:picLocks noChangeAspect="1"/>
            </p:cNvPicPr>
            <p:nvPr userDrawn="1"/>
          </p:nvPicPr>
          <p:blipFill>
            <a:blip r:embed="rId11"/>
            <a:stretch>
              <a:fillRect/>
            </a:stretch>
          </p:blipFill>
          <p:spPr>
            <a:xfrm>
              <a:off x="2391731" y="5461925"/>
              <a:ext cx="164387" cy="228852"/>
            </a:xfrm>
            <a:prstGeom prst="rect">
              <a:avLst/>
            </a:prstGeom>
          </p:spPr>
        </p:pic>
        <p:pic>
          <p:nvPicPr>
            <p:cNvPr id="44" name="그림 43"/>
            <p:cNvPicPr>
              <a:picLocks noChangeAspect="1"/>
            </p:cNvPicPr>
            <p:nvPr userDrawn="1"/>
          </p:nvPicPr>
          <p:blipFill>
            <a:blip r:embed="rId12"/>
            <a:stretch>
              <a:fillRect/>
            </a:stretch>
          </p:blipFill>
          <p:spPr>
            <a:xfrm>
              <a:off x="2012592" y="5201563"/>
              <a:ext cx="400106" cy="116601"/>
            </a:xfrm>
            <a:prstGeom prst="rect">
              <a:avLst/>
            </a:prstGeom>
          </p:spPr>
        </p:pic>
        <p:pic>
          <p:nvPicPr>
            <p:cNvPr id="46" name="pic"/>
            <p:cNvPicPr>
              <a:picLocks noChangeAspect="1"/>
            </p:cNvPicPr>
            <p:nvPr userDrawn="1"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>
            <a:xfrm>
              <a:off x="4006381" y="5249485"/>
              <a:ext cx="120515" cy="274526"/>
            </a:xfrm>
            <a:prstGeom prst="rect">
              <a:avLst/>
            </a:prstGeom>
          </p:spPr>
        </p:pic>
        <p:pic>
          <p:nvPicPr>
            <p:cNvPr id="47" name="pic"/>
            <p:cNvPicPr>
              <a:picLocks noChangeAspect="1"/>
            </p:cNvPicPr>
            <p:nvPr userDrawn="1"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>
            <a:xfrm>
              <a:off x="4426593" y="4083839"/>
              <a:ext cx="120515" cy="274526"/>
            </a:xfrm>
            <a:prstGeom prst="rect">
              <a:avLst/>
            </a:prstGeom>
          </p:spPr>
        </p:pic>
        <p:pic>
          <p:nvPicPr>
            <p:cNvPr id="48" name="pic"/>
            <p:cNvPicPr>
              <a:picLocks noChangeAspect="1"/>
            </p:cNvPicPr>
            <p:nvPr userDrawn="1"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>
            <a:xfrm>
              <a:off x="3765804" y="4626838"/>
              <a:ext cx="120515" cy="274526"/>
            </a:xfrm>
            <a:prstGeom prst="rect">
              <a:avLst/>
            </a:prstGeom>
          </p:spPr>
        </p:pic>
        <p:pic>
          <p:nvPicPr>
            <p:cNvPr id="56" name="pic"/>
            <p:cNvPicPr>
              <a:picLocks noChangeAspect="1"/>
            </p:cNvPicPr>
            <p:nvPr userDrawn="1"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>
            <a:xfrm>
              <a:off x="3561384" y="5225766"/>
              <a:ext cx="120515" cy="274526"/>
            </a:xfrm>
            <a:prstGeom prst="rect">
              <a:avLst/>
            </a:prstGeom>
          </p:spPr>
        </p:pic>
        <p:pic>
          <p:nvPicPr>
            <p:cNvPr id="45" name="pic"/>
            <p:cNvPicPr>
              <a:picLocks noChangeAspect="1"/>
            </p:cNvPicPr>
            <p:nvPr userDrawn="1"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>
            <a:xfrm>
              <a:off x="3590613" y="4960224"/>
              <a:ext cx="120515" cy="274526"/>
            </a:xfrm>
            <a:prstGeom prst="rect">
              <a:avLst/>
            </a:prstGeom>
          </p:spPr>
        </p:pic>
        <p:pic>
          <p:nvPicPr>
            <p:cNvPr id="60" name="pic"/>
            <p:cNvPicPr>
              <a:picLocks noChangeAspect="1"/>
            </p:cNvPicPr>
            <p:nvPr userDrawn="1"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>
            <a:xfrm>
              <a:off x="1790795" y="4963011"/>
              <a:ext cx="120515" cy="274526"/>
            </a:xfrm>
            <a:prstGeom prst="rect">
              <a:avLst/>
            </a:prstGeom>
          </p:spPr>
        </p:pic>
        <p:pic>
          <p:nvPicPr>
            <p:cNvPr id="39" name="pic"/>
            <p:cNvPicPr>
              <a:picLocks noChangeAspect="1"/>
            </p:cNvPicPr>
            <p:nvPr userDrawn="1"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>
            <a:xfrm>
              <a:off x="1789043" y="3932543"/>
              <a:ext cx="120515" cy="274526"/>
            </a:xfrm>
            <a:prstGeom prst="rect">
              <a:avLst/>
            </a:prstGeom>
          </p:spPr>
        </p:pic>
        <p:sp>
          <p:nvSpPr>
            <p:cNvPr id="64" name="순서도: 처리 63"/>
            <p:cNvSpPr/>
            <p:nvPr userDrawn="1"/>
          </p:nvSpPr>
          <p:spPr>
            <a:xfrm>
              <a:off x="2116191" y="4055596"/>
              <a:ext cx="233034" cy="187375"/>
            </a:xfrm>
            <a:prstGeom prst="flowChartProcess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pic>
          <p:nvPicPr>
            <p:cNvPr id="65" name="pic"/>
            <p:cNvPicPr>
              <a:picLocks noChangeAspect="1"/>
            </p:cNvPicPr>
            <p:nvPr userDrawn="1"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>
            <a:xfrm>
              <a:off x="2180456" y="3935567"/>
              <a:ext cx="120515" cy="274526"/>
            </a:xfrm>
            <a:prstGeom prst="rect">
              <a:avLst/>
            </a:prstGeom>
          </p:spPr>
        </p:pic>
        <p:pic>
          <p:nvPicPr>
            <p:cNvPr id="66" name="pic"/>
            <p:cNvPicPr>
              <a:picLocks noChangeAspect="1"/>
            </p:cNvPicPr>
            <p:nvPr userDrawn="1"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>
            <a:xfrm>
              <a:off x="3590613" y="3957466"/>
              <a:ext cx="120515" cy="274526"/>
            </a:xfrm>
            <a:prstGeom prst="rect">
              <a:avLst/>
            </a:prstGeom>
          </p:spPr>
        </p:pic>
        <p:pic>
          <p:nvPicPr>
            <p:cNvPr id="72" name="그림 71"/>
            <p:cNvPicPr>
              <a:picLocks noChangeAspect="1"/>
            </p:cNvPicPr>
            <p:nvPr userDrawn="1"/>
          </p:nvPicPr>
          <p:blipFill>
            <a:blip r:embed="rId13"/>
            <a:stretch>
              <a:fillRect/>
            </a:stretch>
          </p:blipFill>
          <p:spPr>
            <a:xfrm>
              <a:off x="1899876" y="4267200"/>
              <a:ext cx="132893" cy="958478"/>
            </a:xfrm>
            <a:prstGeom prst="rect">
              <a:avLst/>
            </a:prstGeom>
          </p:spPr>
        </p:pic>
        <p:pic>
          <p:nvPicPr>
            <p:cNvPr id="76" name="그림 75"/>
            <p:cNvPicPr>
              <a:picLocks noChangeAspect="1"/>
            </p:cNvPicPr>
            <p:nvPr userDrawn="1"/>
          </p:nvPicPr>
          <p:blipFill>
            <a:blip r:embed="rId14"/>
            <a:stretch>
              <a:fillRect/>
            </a:stretch>
          </p:blipFill>
          <p:spPr>
            <a:xfrm>
              <a:off x="3186875" y="4268164"/>
              <a:ext cx="204021" cy="944391"/>
            </a:xfrm>
            <a:prstGeom prst="rect">
              <a:avLst/>
            </a:prstGeom>
          </p:spPr>
        </p:pic>
        <p:pic>
          <p:nvPicPr>
            <p:cNvPr id="80" name="그림 79"/>
            <p:cNvPicPr>
              <a:picLocks noChangeAspect="1"/>
            </p:cNvPicPr>
            <p:nvPr userDrawn="1"/>
          </p:nvPicPr>
          <p:blipFill>
            <a:blip r:embed="rId15"/>
            <a:stretch>
              <a:fillRect/>
            </a:stretch>
          </p:blipFill>
          <p:spPr>
            <a:xfrm>
              <a:off x="2756230" y="4255232"/>
              <a:ext cx="210769" cy="958118"/>
            </a:xfrm>
            <a:prstGeom prst="rect">
              <a:avLst/>
            </a:prstGeom>
          </p:spPr>
        </p:pic>
        <p:pic>
          <p:nvPicPr>
            <p:cNvPr id="82" name="그림 81"/>
            <p:cNvPicPr>
              <a:picLocks noChangeAspect="1"/>
            </p:cNvPicPr>
            <p:nvPr userDrawn="1"/>
          </p:nvPicPr>
          <p:blipFill>
            <a:blip r:embed="rId16"/>
            <a:stretch>
              <a:fillRect/>
            </a:stretch>
          </p:blipFill>
          <p:spPr>
            <a:xfrm>
              <a:off x="2229361" y="4231992"/>
              <a:ext cx="324739" cy="983912"/>
            </a:xfrm>
            <a:prstGeom prst="rect">
              <a:avLst/>
            </a:prstGeom>
          </p:spPr>
        </p:pic>
        <p:sp>
          <p:nvSpPr>
            <p:cNvPr id="83" name="순서도: 처리 82"/>
            <p:cNvSpPr/>
            <p:nvPr userDrawn="1"/>
          </p:nvSpPr>
          <p:spPr>
            <a:xfrm>
              <a:off x="2553694" y="4210455"/>
              <a:ext cx="220546" cy="984431"/>
            </a:xfrm>
            <a:prstGeom prst="flowChartProcess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pic>
          <p:nvPicPr>
            <p:cNvPr id="84" name="pic"/>
            <p:cNvPicPr>
              <a:picLocks noChangeAspect="1"/>
            </p:cNvPicPr>
            <p:nvPr userDrawn="1"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>
            <a:xfrm>
              <a:off x="2172450" y="4955989"/>
              <a:ext cx="120515" cy="274526"/>
            </a:xfrm>
            <a:prstGeom prst="rect">
              <a:avLst/>
            </a:prstGeom>
          </p:spPr>
        </p:pic>
        <p:pic>
          <p:nvPicPr>
            <p:cNvPr id="86" name="pic"/>
            <p:cNvPicPr>
              <a:picLocks noChangeAspect="1"/>
            </p:cNvPicPr>
            <p:nvPr userDrawn="1"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>
            <a:xfrm>
              <a:off x="3108871" y="4963011"/>
              <a:ext cx="120515" cy="274526"/>
            </a:xfrm>
            <a:prstGeom prst="rect">
              <a:avLst/>
            </a:prstGeom>
          </p:spPr>
        </p:pic>
      </p:grpSp>
      <p:sp>
        <p:nvSpPr>
          <p:cNvPr id="23" name="TextBox 22"/>
          <p:cNvSpPr txBox="1"/>
          <p:nvPr userDrawn="1"/>
        </p:nvSpPr>
        <p:spPr>
          <a:xfrm>
            <a:off x="2237411" y="4111590"/>
            <a:ext cx="90281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400" b="1" dirty="0" err="1" smtClean="0"/>
              <a:t>조각기실</a:t>
            </a:r>
            <a:endParaRPr lang="ko-KR" altLang="en-US" sz="1400" b="1" dirty="0"/>
          </a:p>
        </p:txBody>
      </p:sp>
    </p:spTree>
    <p:extLst>
      <p:ext uri="{BB962C8B-B14F-4D97-AF65-F5344CB8AC3E}">
        <p14:creationId xmlns:p14="http://schemas.microsoft.com/office/powerpoint/2010/main" val="2325756661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삼광윈테크_공장동_1층_남쪽">
    <p:bg>
      <p:bgPr>
        <a:solidFill>
          <a:srgbClr val="FF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직사각형 5"/>
          <p:cNvSpPr/>
          <p:nvPr userDrawn="1"/>
        </p:nvSpPr>
        <p:spPr>
          <a:xfrm>
            <a:off x="385512" y="1513058"/>
            <a:ext cx="12031077" cy="7734716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2117" b="1" dirty="0">
              <a:solidFill>
                <a:schemeClr val="tx1"/>
              </a:solidFill>
            </a:endParaRPr>
          </a:p>
        </p:txBody>
      </p:sp>
      <p:sp>
        <p:nvSpPr>
          <p:cNvPr id="7" name="TextBox 6"/>
          <p:cNvSpPr txBox="1"/>
          <p:nvPr userDrawn="1"/>
        </p:nvSpPr>
        <p:spPr>
          <a:xfrm>
            <a:off x="385512" y="361525"/>
            <a:ext cx="4031873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6000" b="1" dirty="0" err="1" smtClean="0">
                <a:solidFill>
                  <a:schemeClr val="bg1"/>
                </a:solidFill>
              </a:rPr>
              <a:t>피난안내도</a:t>
            </a:r>
            <a:endParaRPr lang="ko-KR" altLang="en-US" sz="6000" b="1" dirty="0">
              <a:solidFill>
                <a:schemeClr val="bg1"/>
              </a:solidFill>
            </a:endParaRPr>
          </a:p>
        </p:txBody>
      </p:sp>
      <p:sp>
        <p:nvSpPr>
          <p:cNvPr id="8" name="TextBox 7"/>
          <p:cNvSpPr txBox="1"/>
          <p:nvPr userDrawn="1"/>
        </p:nvSpPr>
        <p:spPr>
          <a:xfrm>
            <a:off x="4417385" y="497395"/>
            <a:ext cx="3750322" cy="74392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117" b="1" dirty="0" smtClean="0">
                <a:solidFill>
                  <a:schemeClr val="bg1"/>
                </a:solidFill>
              </a:rPr>
              <a:t>Emergency</a:t>
            </a:r>
            <a:r>
              <a:rPr lang="en-US" altLang="ko-KR" sz="2117" b="1" baseline="0" dirty="0" smtClean="0">
                <a:solidFill>
                  <a:schemeClr val="bg1"/>
                </a:solidFill>
              </a:rPr>
              <a:t> Evacuation map</a:t>
            </a:r>
          </a:p>
          <a:p>
            <a:pPr marL="0" marR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vi-VN" altLang="ko-KR" sz="2117" b="1" dirty="0" smtClean="0">
                <a:solidFill>
                  <a:schemeClr val="bg1"/>
                </a:solidFill>
              </a:rPr>
              <a:t>Sơ đồ thoát hiểm khẩn cấp</a:t>
            </a:r>
          </a:p>
        </p:txBody>
      </p:sp>
      <p:pic>
        <p:nvPicPr>
          <p:cNvPr id="10" name="pic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6808375" y="7837810"/>
            <a:ext cx="393649" cy="393649"/>
          </a:xfrm>
          <a:prstGeom prst="rect">
            <a:avLst/>
          </a:prstGeom>
        </p:spPr>
      </p:pic>
      <p:pic>
        <p:nvPicPr>
          <p:cNvPr id="11" name="pic"/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5755306" y="7816379"/>
            <a:ext cx="262174" cy="447168"/>
          </a:xfrm>
          <a:prstGeom prst="rect">
            <a:avLst/>
          </a:prstGeom>
        </p:spPr>
      </p:pic>
      <p:pic>
        <p:nvPicPr>
          <p:cNvPr id="12" name="pic"/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2792567" y="7843953"/>
            <a:ext cx="393649" cy="393649"/>
          </a:xfrm>
          <a:prstGeom prst="rect">
            <a:avLst/>
          </a:prstGeom>
        </p:spPr>
      </p:pic>
      <p:pic>
        <p:nvPicPr>
          <p:cNvPr id="13" name="pic"/>
          <p:cNvPicPr>
            <a:picLocks noChangeAspect="1"/>
          </p:cNvPicPr>
          <p:nvPr userDrawn="1"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423" t="-3893" r="21147" b="36695"/>
          <a:stretch/>
        </p:blipFill>
        <p:spPr>
          <a:xfrm rot="10800000">
            <a:off x="3985089" y="7861322"/>
            <a:ext cx="617742" cy="356920"/>
          </a:xfrm>
          <a:prstGeom prst="rect">
            <a:avLst/>
          </a:prstGeom>
        </p:spPr>
      </p:pic>
      <p:pic>
        <p:nvPicPr>
          <p:cNvPr id="14" name="pic"/>
          <p:cNvPicPr>
            <a:picLocks noChangeAspect="1"/>
          </p:cNvPicPr>
          <p:nvPr userDrawn="1"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666115" y="7797996"/>
            <a:ext cx="239498" cy="447168"/>
          </a:xfrm>
          <a:prstGeom prst="rect">
            <a:avLst/>
          </a:prstGeom>
        </p:spPr>
      </p:pic>
      <p:pic>
        <p:nvPicPr>
          <p:cNvPr id="16" name="그림 15"/>
          <p:cNvPicPr>
            <a:picLocks noChangeAspect="1"/>
          </p:cNvPicPr>
          <p:nvPr userDrawn="1"/>
        </p:nvPicPr>
        <p:blipFill>
          <a:blip r:embed="rId8"/>
          <a:stretch>
            <a:fillRect/>
          </a:stretch>
        </p:blipFill>
        <p:spPr>
          <a:xfrm>
            <a:off x="9083842" y="1806569"/>
            <a:ext cx="3078925" cy="6643453"/>
          </a:xfrm>
          <a:prstGeom prst="rect">
            <a:avLst/>
          </a:prstGeom>
        </p:spPr>
      </p:pic>
      <p:grpSp>
        <p:nvGrpSpPr>
          <p:cNvPr id="3" name="그룹 2"/>
          <p:cNvGrpSpPr/>
          <p:nvPr userDrawn="1"/>
        </p:nvGrpSpPr>
        <p:grpSpPr>
          <a:xfrm>
            <a:off x="1016633" y="7903222"/>
            <a:ext cx="7436089" cy="821859"/>
            <a:chOff x="1393930" y="7010512"/>
            <a:chExt cx="7436089" cy="821859"/>
          </a:xfrm>
        </p:grpSpPr>
        <p:sp>
          <p:nvSpPr>
            <p:cNvPr id="15" name="TextBox 14"/>
            <p:cNvSpPr txBox="1"/>
            <p:nvPr userDrawn="1"/>
          </p:nvSpPr>
          <p:spPr>
            <a:xfrm>
              <a:off x="1393930" y="7010512"/>
              <a:ext cx="7268336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1400" b="1" dirty="0" smtClean="0">
                  <a:latin typeface="+mn-ea"/>
                  <a:ea typeface="+mn-ea"/>
                </a:rPr>
                <a:t>범례 </a:t>
              </a:r>
              <a:r>
                <a:rPr lang="en-US" altLang="ko-KR" sz="1400" b="1" dirty="0" smtClean="0">
                  <a:latin typeface="+mn-ea"/>
                  <a:ea typeface="+mn-ea"/>
                </a:rPr>
                <a:t>:      </a:t>
              </a:r>
              <a:r>
                <a:rPr lang="ko-KR" altLang="en-US" sz="1400" b="1" dirty="0" err="1" smtClean="0">
                  <a:latin typeface="+mn-ea"/>
                  <a:ea typeface="+mn-ea"/>
                </a:rPr>
                <a:t>현위치</a:t>
              </a:r>
              <a:r>
                <a:rPr lang="ko-KR" altLang="en-US" sz="1400" b="1" dirty="0" smtClean="0">
                  <a:latin typeface="+mn-ea"/>
                  <a:ea typeface="+mn-ea"/>
                </a:rPr>
                <a:t>             비상구             </a:t>
              </a:r>
              <a:r>
                <a:rPr lang="ko-KR" altLang="en-US" sz="1400" b="1" dirty="0" err="1" smtClean="0">
                  <a:latin typeface="+mn-ea"/>
                  <a:ea typeface="+mn-ea"/>
                </a:rPr>
                <a:t>피난동선</a:t>
              </a:r>
              <a:r>
                <a:rPr lang="ko-KR" altLang="en-US" sz="1400" b="1" dirty="0" smtClean="0">
                  <a:latin typeface="+mn-ea"/>
                  <a:ea typeface="+mn-ea"/>
                </a:rPr>
                <a:t>           </a:t>
              </a:r>
              <a:r>
                <a:rPr lang="ko-KR" altLang="en-US" sz="1400" b="1" baseline="0" dirty="0" smtClean="0">
                  <a:latin typeface="+mn-ea"/>
                  <a:ea typeface="+mn-ea"/>
                </a:rPr>
                <a:t> </a:t>
              </a:r>
              <a:r>
                <a:rPr lang="ko-KR" altLang="en-US" sz="1400" b="1" dirty="0" smtClean="0">
                  <a:latin typeface="+mn-ea"/>
                  <a:ea typeface="+mn-ea"/>
                </a:rPr>
                <a:t>소화기          </a:t>
              </a:r>
              <a:r>
                <a:rPr lang="ko-KR" altLang="en-US" sz="1400" b="1" dirty="0" err="1" smtClean="0">
                  <a:latin typeface="+mn-ea"/>
                  <a:ea typeface="+mn-ea"/>
                </a:rPr>
                <a:t>소화호스</a:t>
              </a:r>
              <a:r>
                <a:rPr lang="ko-KR" altLang="en-US" sz="1400" b="1" dirty="0" smtClean="0">
                  <a:latin typeface="+mn-ea"/>
                  <a:ea typeface="+mn-ea"/>
                </a:rPr>
                <a:t>  </a:t>
              </a:r>
              <a:endParaRPr lang="ko-KR" altLang="en-US" sz="1400" b="1" dirty="0">
                <a:latin typeface="+mn-ea"/>
                <a:ea typeface="+mn-ea"/>
              </a:endParaRPr>
            </a:p>
          </p:txBody>
        </p:sp>
        <p:sp>
          <p:nvSpPr>
            <p:cNvPr id="17" name="TextBox 16"/>
            <p:cNvSpPr txBox="1"/>
            <p:nvPr userDrawn="1"/>
          </p:nvSpPr>
          <p:spPr>
            <a:xfrm>
              <a:off x="2043413" y="7283631"/>
              <a:ext cx="6436698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200" b="1" dirty="0" smtClean="0"/>
                <a:t>(You Are Here) </a:t>
              </a:r>
              <a:r>
                <a:rPr lang="en-US" altLang="ko-KR" sz="1200" b="1" baseline="0" dirty="0" smtClean="0"/>
                <a:t> </a:t>
              </a:r>
              <a:r>
                <a:rPr lang="en-US" altLang="ko-KR" sz="1200" b="1" dirty="0" smtClean="0"/>
                <a:t>        (Emergency Exit)         (Evacuation Route)      (Fire Extinguisher)         (Fire Hose)</a:t>
              </a:r>
            </a:p>
          </p:txBody>
        </p:sp>
        <p:sp>
          <p:nvSpPr>
            <p:cNvPr id="2" name="직사각형 1"/>
            <p:cNvSpPr/>
            <p:nvPr userDrawn="1"/>
          </p:nvSpPr>
          <p:spPr>
            <a:xfrm>
              <a:off x="2043412" y="7555372"/>
              <a:ext cx="6786607" cy="276999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altLang="ko-KR" sz="1200" b="1" dirty="0" smtClean="0"/>
                <a:t>(</a:t>
              </a:r>
              <a:r>
                <a:rPr lang="en-US" altLang="ko-KR" sz="1200" b="1" dirty="0" err="1" smtClean="0"/>
                <a:t>Vị</a:t>
              </a:r>
              <a:r>
                <a:rPr lang="en-US" altLang="ko-KR" sz="1200" b="1" dirty="0" smtClean="0"/>
                <a:t> </a:t>
              </a:r>
              <a:r>
                <a:rPr lang="en-US" altLang="ko-KR" sz="1200" b="1" dirty="0" err="1" smtClean="0"/>
                <a:t>trí</a:t>
              </a:r>
              <a:r>
                <a:rPr lang="en-US" altLang="ko-KR" sz="1200" b="1" dirty="0" smtClean="0"/>
                <a:t> </a:t>
              </a:r>
              <a:r>
                <a:rPr lang="en-US" altLang="ko-KR" sz="1200" b="1" dirty="0" err="1" smtClean="0"/>
                <a:t>hiện</a:t>
              </a:r>
              <a:r>
                <a:rPr lang="en-US" altLang="ko-KR" sz="1200" b="1" dirty="0" smtClean="0"/>
                <a:t> </a:t>
              </a:r>
              <a:r>
                <a:rPr lang="en-US" altLang="ko-KR" sz="1200" b="1" dirty="0" err="1" smtClean="0"/>
                <a:t>tại</a:t>
              </a:r>
              <a:r>
                <a:rPr lang="en-US" altLang="ko-KR" sz="1200" b="1" dirty="0" smtClean="0"/>
                <a:t>)           (</a:t>
              </a:r>
              <a:r>
                <a:rPr lang="en-US" altLang="ko-KR" sz="1200" b="1" dirty="0" err="1" smtClean="0"/>
                <a:t>Lối</a:t>
              </a:r>
              <a:r>
                <a:rPr lang="en-US" altLang="ko-KR" sz="1200" b="1" dirty="0" smtClean="0"/>
                <a:t> </a:t>
              </a:r>
              <a:r>
                <a:rPr lang="en-US" altLang="ko-KR" sz="1200" b="1" dirty="0" err="1" smtClean="0"/>
                <a:t>thoát</a:t>
              </a:r>
              <a:r>
                <a:rPr lang="en-US" altLang="ko-KR" sz="1200" b="1" dirty="0" smtClean="0"/>
                <a:t> </a:t>
              </a:r>
              <a:r>
                <a:rPr lang="en-US" altLang="ko-KR" sz="1200" b="1" dirty="0" err="1" smtClean="0"/>
                <a:t>hiểm</a:t>
              </a:r>
              <a:r>
                <a:rPr lang="en-US" altLang="ko-KR" sz="1200" b="1" dirty="0" smtClean="0"/>
                <a:t>)             (</a:t>
              </a:r>
              <a:r>
                <a:rPr lang="en-US" altLang="ko-KR" sz="1200" b="1" dirty="0" err="1" smtClean="0"/>
                <a:t>Lối</a:t>
              </a:r>
              <a:r>
                <a:rPr lang="en-US" altLang="ko-KR" sz="1200" b="1" dirty="0" smtClean="0"/>
                <a:t> </a:t>
              </a:r>
              <a:r>
                <a:rPr lang="en-US" altLang="ko-KR" sz="1200" b="1" dirty="0" err="1" smtClean="0"/>
                <a:t>thoát</a:t>
              </a:r>
              <a:r>
                <a:rPr lang="en-US" altLang="ko-KR" sz="1200" b="1" dirty="0" smtClean="0"/>
                <a:t> </a:t>
              </a:r>
              <a:r>
                <a:rPr lang="en-US" altLang="ko-KR" sz="1200" b="1" dirty="0" err="1" smtClean="0"/>
                <a:t>nạn</a:t>
              </a:r>
              <a:r>
                <a:rPr lang="en-US" altLang="ko-KR" sz="1200" b="1" dirty="0" smtClean="0"/>
                <a:t>)           (</a:t>
              </a:r>
              <a:r>
                <a:rPr lang="en-US" altLang="ko-KR" sz="1200" b="1" dirty="0" err="1" smtClean="0"/>
                <a:t>Bình</a:t>
              </a:r>
              <a:r>
                <a:rPr lang="en-US" altLang="ko-KR" sz="1200" b="1" dirty="0" smtClean="0"/>
                <a:t> </a:t>
              </a:r>
              <a:r>
                <a:rPr lang="en-US" altLang="ko-KR" sz="1200" b="1" dirty="0" err="1" smtClean="0"/>
                <a:t>chữa</a:t>
              </a:r>
              <a:r>
                <a:rPr lang="en-US" altLang="ko-KR" sz="1200" b="1" dirty="0" smtClean="0"/>
                <a:t> </a:t>
              </a:r>
              <a:r>
                <a:rPr lang="en-US" altLang="ko-KR" sz="1200" b="1" dirty="0" err="1" smtClean="0"/>
                <a:t>cháy</a:t>
              </a:r>
              <a:r>
                <a:rPr lang="en-US" altLang="ko-KR" sz="1200" b="1" dirty="0" smtClean="0"/>
                <a:t>)    </a:t>
              </a:r>
              <a:r>
                <a:rPr lang="en-US" altLang="ko-KR" sz="1200" b="1" baseline="0" dirty="0" smtClean="0"/>
                <a:t> </a:t>
              </a:r>
              <a:r>
                <a:rPr lang="en-US" altLang="ko-KR" sz="1200" b="1" dirty="0" smtClean="0"/>
                <a:t>  (</a:t>
              </a:r>
              <a:r>
                <a:rPr lang="en-US" altLang="ko-KR" sz="1200" b="1" dirty="0" err="1" smtClean="0"/>
                <a:t>Vòi</a:t>
              </a:r>
              <a:r>
                <a:rPr lang="en-US" altLang="ko-KR" sz="1200" b="1" dirty="0" smtClean="0"/>
                <a:t> </a:t>
              </a:r>
              <a:r>
                <a:rPr lang="en-US" altLang="ko-KR" sz="1200" b="1" dirty="0" err="1" smtClean="0"/>
                <a:t>chữa</a:t>
              </a:r>
              <a:r>
                <a:rPr lang="en-US" altLang="ko-KR" sz="1200" b="1" dirty="0" smtClean="0"/>
                <a:t> </a:t>
              </a:r>
              <a:r>
                <a:rPr lang="en-US" altLang="ko-KR" sz="1200" b="1" dirty="0" err="1" smtClean="0"/>
                <a:t>cháy</a:t>
              </a:r>
              <a:r>
                <a:rPr lang="en-US" altLang="ko-KR" sz="1200" b="1" dirty="0" smtClean="0"/>
                <a:t>)</a:t>
              </a:r>
              <a:endParaRPr lang="en-US" altLang="ko-KR" sz="1200" b="1" dirty="0"/>
            </a:p>
          </p:txBody>
        </p:sp>
      </p:grpSp>
      <p:sp>
        <p:nvSpPr>
          <p:cNvPr id="4" name="직사각형 3"/>
          <p:cNvSpPr/>
          <p:nvPr userDrawn="1"/>
        </p:nvSpPr>
        <p:spPr>
          <a:xfrm rot="10800000">
            <a:off x="7812521" y="4079019"/>
            <a:ext cx="218103" cy="16772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9" name="TextBox 18"/>
          <p:cNvSpPr txBox="1"/>
          <p:nvPr userDrawn="1"/>
        </p:nvSpPr>
        <p:spPr>
          <a:xfrm>
            <a:off x="8247279" y="637453"/>
            <a:ext cx="427232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ko-KR" altLang="en-US" sz="3200" b="1" dirty="0" err="1" smtClean="0">
                <a:solidFill>
                  <a:schemeClr val="bg1"/>
                </a:solidFill>
              </a:rPr>
              <a:t>삼광윈테크</a:t>
            </a:r>
            <a:r>
              <a:rPr lang="ko-KR" altLang="en-US" sz="3200" b="1" dirty="0" smtClean="0">
                <a:solidFill>
                  <a:schemeClr val="bg1"/>
                </a:solidFill>
              </a:rPr>
              <a:t> </a:t>
            </a:r>
            <a:r>
              <a:rPr lang="ko-KR" altLang="en-US" sz="3200" b="1" dirty="0" err="1" smtClean="0">
                <a:solidFill>
                  <a:schemeClr val="bg1"/>
                </a:solidFill>
              </a:rPr>
              <a:t>공장동</a:t>
            </a:r>
            <a:r>
              <a:rPr lang="ko-KR" altLang="en-US" sz="3200" b="1" dirty="0" smtClean="0">
                <a:solidFill>
                  <a:schemeClr val="bg1"/>
                </a:solidFill>
              </a:rPr>
              <a:t> </a:t>
            </a:r>
            <a:r>
              <a:rPr lang="en-US" altLang="ko-KR" sz="3200" b="1" dirty="0" smtClean="0">
                <a:solidFill>
                  <a:schemeClr val="bg1"/>
                </a:solidFill>
              </a:rPr>
              <a:t>1</a:t>
            </a:r>
            <a:r>
              <a:rPr lang="ko-KR" altLang="en-US" sz="3200" b="1" dirty="0" smtClean="0">
                <a:solidFill>
                  <a:schemeClr val="bg1"/>
                </a:solidFill>
              </a:rPr>
              <a:t>층</a:t>
            </a:r>
            <a:endParaRPr lang="ko-KR" altLang="en-US" sz="3200" b="1" dirty="0">
              <a:solidFill>
                <a:schemeClr val="bg1"/>
              </a:solidFill>
            </a:endParaRPr>
          </a:p>
        </p:txBody>
      </p:sp>
      <p:sp>
        <p:nvSpPr>
          <p:cNvPr id="5" name="TextBox 4"/>
          <p:cNvSpPr txBox="1"/>
          <p:nvPr userDrawn="1"/>
        </p:nvSpPr>
        <p:spPr>
          <a:xfrm>
            <a:off x="3308685" y="3214263"/>
            <a:ext cx="72327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400" b="1" dirty="0" err="1" smtClean="0"/>
              <a:t>사출실</a:t>
            </a:r>
            <a:endParaRPr lang="ko-KR" altLang="en-US" sz="1400" b="1" dirty="0"/>
          </a:p>
        </p:txBody>
      </p:sp>
      <p:sp>
        <p:nvSpPr>
          <p:cNvPr id="20" name="TextBox 19"/>
          <p:cNvSpPr txBox="1"/>
          <p:nvPr userDrawn="1"/>
        </p:nvSpPr>
        <p:spPr>
          <a:xfrm>
            <a:off x="5233242" y="3215784"/>
            <a:ext cx="70493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b="1" dirty="0" smtClean="0"/>
              <a:t>MCT</a:t>
            </a:r>
            <a:r>
              <a:rPr lang="ko-KR" altLang="en-US" sz="1400" b="1" dirty="0" smtClean="0"/>
              <a:t>실</a:t>
            </a:r>
            <a:endParaRPr lang="ko-KR" altLang="en-US" sz="1400" b="1" dirty="0"/>
          </a:p>
        </p:txBody>
      </p:sp>
      <p:sp>
        <p:nvSpPr>
          <p:cNvPr id="22" name="TextBox 21"/>
          <p:cNvSpPr txBox="1"/>
          <p:nvPr userDrawn="1"/>
        </p:nvSpPr>
        <p:spPr>
          <a:xfrm>
            <a:off x="6185555" y="5776499"/>
            <a:ext cx="108234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400" b="1" smtClean="0"/>
              <a:t>제품검사실</a:t>
            </a:r>
            <a:endParaRPr lang="ko-KR" altLang="en-US" sz="1400" b="1" dirty="0"/>
          </a:p>
        </p:txBody>
      </p:sp>
      <p:sp>
        <p:nvSpPr>
          <p:cNvPr id="23" name="TextBox 22"/>
          <p:cNvSpPr txBox="1"/>
          <p:nvPr userDrawn="1"/>
        </p:nvSpPr>
        <p:spPr>
          <a:xfrm>
            <a:off x="5170041" y="5776499"/>
            <a:ext cx="90281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400" b="1" smtClean="0"/>
              <a:t>제품창고</a:t>
            </a:r>
            <a:endParaRPr lang="ko-KR" altLang="en-US" sz="1400" b="1" dirty="0"/>
          </a:p>
        </p:txBody>
      </p:sp>
      <p:sp>
        <p:nvSpPr>
          <p:cNvPr id="24" name="TextBox 23"/>
          <p:cNvSpPr txBox="1"/>
          <p:nvPr userDrawn="1"/>
        </p:nvSpPr>
        <p:spPr>
          <a:xfrm>
            <a:off x="4910076" y="4324197"/>
            <a:ext cx="64633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1200" b="1" dirty="0" smtClean="0"/>
              <a:t>제조</a:t>
            </a:r>
            <a:endParaRPr lang="en-US" altLang="ko-KR" sz="1200" b="1" dirty="0" smtClean="0"/>
          </a:p>
          <a:p>
            <a:pPr algn="ctr"/>
            <a:r>
              <a:rPr lang="ko-KR" altLang="en-US" sz="1200" b="1" dirty="0" smtClean="0"/>
              <a:t>사무실</a:t>
            </a:r>
            <a:endParaRPr lang="ko-KR" altLang="en-US" sz="1200" b="1" dirty="0"/>
          </a:p>
        </p:txBody>
      </p:sp>
      <p:sp>
        <p:nvSpPr>
          <p:cNvPr id="25" name="TextBox 24"/>
          <p:cNvSpPr txBox="1"/>
          <p:nvPr userDrawn="1"/>
        </p:nvSpPr>
        <p:spPr>
          <a:xfrm>
            <a:off x="2537985" y="4601019"/>
            <a:ext cx="90281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400" b="1" smtClean="0"/>
              <a:t>레진창고</a:t>
            </a:r>
            <a:endParaRPr lang="ko-KR" altLang="en-US" sz="1400" b="1" dirty="0"/>
          </a:p>
        </p:txBody>
      </p:sp>
      <p:sp>
        <p:nvSpPr>
          <p:cNvPr id="9" name="순서도: 처리 8"/>
          <p:cNvSpPr/>
          <p:nvPr userDrawn="1"/>
        </p:nvSpPr>
        <p:spPr>
          <a:xfrm>
            <a:off x="5938179" y="3098887"/>
            <a:ext cx="134673" cy="349192"/>
          </a:xfrm>
          <a:prstGeom prst="flowChartProcess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138" name="그룹 137"/>
          <p:cNvGrpSpPr/>
          <p:nvPr userDrawn="1"/>
        </p:nvGrpSpPr>
        <p:grpSpPr>
          <a:xfrm rot="10800000">
            <a:off x="432770" y="2132633"/>
            <a:ext cx="8570047" cy="4809066"/>
            <a:chOff x="513795" y="2514600"/>
            <a:chExt cx="8570047" cy="4809066"/>
          </a:xfrm>
        </p:grpSpPr>
        <p:pic>
          <p:nvPicPr>
            <p:cNvPr id="139" name="pic"/>
            <p:cNvPicPr>
              <a:picLocks noChangeAspect="1"/>
            </p:cNvPicPr>
            <p:nvPr userDrawn="1"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>
            <a:xfrm>
              <a:off x="4160413" y="6736588"/>
              <a:ext cx="133546" cy="133546"/>
            </a:xfrm>
            <a:prstGeom prst="rect">
              <a:avLst/>
            </a:prstGeom>
          </p:spPr>
        </p:pic>
        <p:pic>
          <p:nvPicPr>
            <p:cNvPr id="140" name="pic"/>
            <p:cNvPicPr>
              <a:picLocks noChangeAspect="1"/>
            </p:cNvPicPr>
            <p:nvPr userDrawn="1"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>
            <a:xfrm>
              <a:off x="4703916" y="4050230"/>
              <a:ext cx="133546" cy="133546"/>
            </a:xfrm>
            <a:prstGeom prst="rect">
              <a:avLst/>
            </a:prstGeom>
          </p:spPr>
        </p:pic>
        <p:pic>
          <p:nvPicPr>
            <p:cNvPr id="141" name="pic"/>
            <p:cNvPicPr>
              <a:picLocks noChangeAspect="1"/>
            </p:cNvPicPr>
            <p:nvPr userDrawn="1"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>
            <a:xfrm>
              <a:off x="2667471" y="3057086"/>
              <a:ext cx="133546" cy="133546"/>
            </a:xfrm>
            <a:prstGeom prst="rect">
              <a:avLst/>
            </a:prstGeom>
          </p:spPr>
        </p:pic>
        <p:sp>
          <p:nvSpPr>
            <p:cNvPr id="142" name="순서도: 처리 141"/>
            <p:cNvSpPr/>
            <p:nvPr userDrawn="1"/>
          </p:nvSpPr>
          <p:spPr>
            <a:xfrm>
              <a:off x="2032769" y="4262641"/>
              <a:ext cx="175044" cy="359365"/>
            </a:xfrm>
            <a:prstGeom prst="flowChartProcess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pic>
          <p:nvPicPr>
            <p:cNvPr id="144" name="그림 143"/>
            <p:cNvPicPr>
              <a:picLocks noChangeAspect="1"/>
            </p:cNvPicPr>
            <p:nvPr userDrawn="1"/>
          </p:nvPicPr>
          <p:blipFill>
            <a:blip r:embed="rId9"/>
            <a:stretch>
              <a:fillRect/>
            </a:stretch>
          </p:blipFill>
          <p:spPr>
            <a:xfrm>
              <a:off x="3183514" y="5205413"/>
              <a:ext cx="276264" cy="107155"/>
            </a:xfrm>
            <a:prstGeom prst="rect">
              <a:avLst/>
            </a:prstGeom>
          </p:spPr>
        </p:pic>
        <p:pic>
          <p:nvPicPr>
            <p:cNvPr id="143" name="pic"/>
            <p:cNvPicPr>
              <a:picLocks noChangeAspect="1"/>
            </p:cNvPicPr>
            <p:nvPr userDrawn="1"/>
          </p:nvPicPr>
          <p:blipFill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>
            <a:xfrm>
              <a:off x="513795" y="2514600"/>
              <a:ext cx="8570047" cy="4809066"/>
            </a:xfrm>
            <a:prstGeom prst="rect">
              <a:avLst/>
            </a:prstGeom>
          </p:spPr>
        </p:pic>
        <p:sp>
          <p:nvSpPr>
            <p:cNvPr id="145" name="순서도: 처리 144"/>
            <p:cNvSpPr/>
            <p:nvPr userDrawn="1"/>
          </p:nvSpPr>
          <p:spPr>
            <a:xfrm>
              <a:off x="3101716" y="4227308"/>
              <a:ext cx="144175" cy="984431"/>
            </a:xfrm>
            <a:prstGeom prst="flowChartProcess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6" name="순서도: 처리 145"/>
            <p:cNvSpPr/>
            <p:nvPr userDrawn="1"/>
          </p:nvSpPr>
          <p:spPr>
            <a:xfrm flipH="1">
              <a:off x="3384726" y="4224145"/>
              <a:ext cx="25200" cy="984431"/>
            </a:xfrm>
            <a:prstGeom prst="flowChartProcess">
              <a:avLst/>
            </a:prstGeom>
            <a:solidFill>
              <a:schemeClr val="bg1"/>
            </a:solidFill>
            <a:ln w="254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147" name="순서도: 처리 146"/>
            <p:cNvSpPr/>
            <p:nvPr userDrawn="1"/>
          </p:nvSpPr>
          <p:spPr>
            <a:xfrm>
              <a:off x="3249083" y="4051923"/>
              <a:ext cx="239716" cy="193051"/>
            </a:xfrm>
            <a:prstGeom prst="flowChartProcess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8" name="직사각형 147"/>
            <p:cNvSpPr/>
            <p:nvPr userDrawn="1"/>
          </p:nvSpPr>
          <p:spPr>
            <a:xfrm>
              <a:off x="7884711" y="4488095"/>
              <a:ext cx="218103" cy="167726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9" name="순서도: 처리 148"/>
            <p:cNvSpPr/>
            <p:nvPr userDrawn="1"/>
          </p:nvSpPr>
          <p:spPr>
            <a:xfrm>
              <a:off x="3457575" y="5991225"/>
              <a:ext cx="175044" cy="292100"/>
            </a:xfrm>
            <a:prstGeom prst="flowChartProcess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pic>
          <p:nvPicPr>
            <p:cNvPr id="150" name="pic"/>
            <p:cNvPicPr>
              <a:picLocks noChangeAspect="1"/>
            </p:cNvPicPr>
            <p:nvPr userDrawn="1"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>
            <a:xfrm>
              <a:off x="2596414" y="6621322"/>
              <a:ext cx="120515" cy="274526"/>
            </a:xfrm>
            <a:prstGeom prst="rect">
              <a:avLst/>
            </a:prstGeom>
          </p:spPr>
        </p:pic>
        <p:pic>
          <p:nvPicPr>
            <p:cNvPr id="151" name="pic"/>
            <p:cNvPicPr>
              <a:picLocks noChangeAspect="1"/>
            </p:cNvPicPr>
            <p:nvPr userDrawn="1"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>
            <a:xfrm>
              <a:off x="1294016" y="3306353"/>
              <a:ext cx="120515" cy="274526"/>
            </a:xfrm>
            <a:prstGeom prst="rect">
              <a:avLst/>
            </a:prstGeom>
          </p:spPr>
        </p:pic>
        <p:pic>
          <p:nvPicPr>
            <p:cNvPr id="152" name="pic"/>
            <p:cNvPicPr>
              <a:picLocks noChangeAspect="1"/>
            </p:cNvPicPr>
            <p:nvPr userDrawn="1"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>
            <a:xfrm>
              <a:off x="4962901" y="3350168"/>
              <a:ext cx="120515" cy="274526"/>
            </a:xfrm>
            <a:prstGeom prst="rect">
              <a:avLst/>
            </a:prstGeom>
          </p:spPr>
        </p:pic>
        <p:pic>
          <p:nvPicPr>
            <p:cNvPr id="153" name="pic"/>
            <p:cNvPicPr>
              <a:picLocks noChangeAspect="1"/>
            </p:cNvPicPr>
            <p:nvPr userDrawn="1"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>
            <a:xfrm>
              <a:off x="940568" y="5833588"/>
              <a:ext cx="120515" cy="274526"/>
            </a:xfrm>
            <a:prstGeom prst="rect">
              <a:avLst/>
            </a:prstGeom>
          </p:spPr>
        </p:pic>
        <p:pic>
          <p:nvPicPr>
            <p:cNvPr id="154" name="pic"/>
            <p:cNvPicPr>
              <a:picLocks noChangeAspect="1"/>
            </p:cNvPicPr>
            <p:nvPr userDrawn="1"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>
            <a:xfrm>
              <a:off x="1105018" y="6319631"/>
              <a:ext cx="120515" cy="274526"/>
            </a:xfrm>
            <a:prstGeom prst="rect">
              <a:avLst/>
            </a:prstGeom>
          </p:spPr>
        </p:pic>
        <p:pic>
          <p:nvPicPr>
            <p:cNvPr id="155" name="pic"/>
            <p:cNvPicPr>
              <a:picLocks noChangeAspect="1"/>
            </p:cNvPicPr>
            <p:nvPr userDrawn="1"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>
            <a:xfrm>
              <a:off x="1114931" y="5151943"/>
              <a:ext cx="120515" cy="274526"/>
            </a:xfrm>
            <a:prstGeom prst="rect">
              <a:avLst/>
            </a:prstGeom>
          </p:spPr>
        </p:pic>
        <p:pic>
          <p:nvPicPr>
            <p:cNvPr id="156" name="pic"/>
            <p:cNvPicPr>
              <a:picLocks noChangeAspect="1"/>
            </p:cNvPicPr>
            <p:nvPr userDrawn="1"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>
            <a:xfrm>
              <a:off x="1643851" y="3932543"/>
              <a:ext cx="120515" cy="274526"/>
            </a:xfrm>
            <a:prstGeom prst="rect">
              <a:avLst/>
            </a:prstGeom>
          </p:spPr>
        </p:pic>
        <p:pic>
          <p:nvPicPr>
            <p:cNvPr id="157" name="pic"/>
            <p:cNvPicPr>
              <a:picLocks noChangeAspect="1"/>
            </p:cNvPicPr>
            <p:nvPr userDrawn="1"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>
            <a:xfrm>
              <a:off x="2926255" y="3932543"/>
              <a:ext cx="120515" cy="274526"/>
            </a:xfrm>
            <a:prstGeom prst="rect">
              <a:avLst/>
            </a:prstGeom>
          </p:spPr>
        </p:pic>
        <p:pic>
          <p:nvPicPr>
            <p:cNvPr id="158" name="pic"/>
            <p:cNvPicPr>
              <a:picLocks noChangeAspect="1"/>
            </p:cNvPicPr>
            <p:nvPr userDrawn="1"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>
            <a:xfrm>
              <a:off x="2645961" y="5234651"/>
              <a:ext cx="120515" cy="274526"/>
            </a:xfrm>
            <a:prstGeom prst="rect">
              <a:avLst/>
            </a:prstGeom>
          </p:spPr>
        </p:pic>
        <p:sp>
          <p:nvSpPr>
            <p:cNvPr id="159" name="순서도: 처리 158"/>
            <p:cNvSpPr/>
            <p:nvPr userDrawn="1"/>
          </p:nvSpPr>
          <p:spPr>
            <a:xfrm>
              <a:off x="2266950" y="5299074"/>
              <a:ext cx="175044" cy="200025"/>
            </a:xfrm>
            <a:prstGeom prst="flowChartProcess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pic>
          <p:nvPicPr>
            <p:cNvPr id="160" name="그림 159"/>
            <p:cNvPicPr>
              <a:picLocks noChangeAspect="1"/>
            </p:cNvPicPr>
            <p:nvPr userDrawn="1"/>
          </p:nvPicPr>
          <p:blipFill>
            <a:blip r:embed="rId11"/>
            <a:stretch>
              <a:fillRect/>
            </a:stretch>
          </p:blipFill>
          <p:spPr>
            <a:xfrm>
              <a:off x="2207418" y="5461925"/>
              <a:ext cx="164387" cy="228852"/>
            </a:xfrm>
            <a:prstGeom prst="rect">
              <a:avLst/>
            </a:prstGeom>
          </p:spPr>
        </p:pic>
        <p:pic>
          <p:nvPicPr>
            <p:cNvPr id="161" name="그림 160"/>
            <p:cNvPicPr>
              <a:picLocks noChangeAspect="1"/>
            </p:cNvPicPr>
            <p:nvPr userDrawn="1"/>
          </p:nvPicPr>
          <p:blipFill>
            <a:blip r:embed="rId11"/>
            <a:stretch>
              <a:fillRect/>
            </a:stretch>
          </p:blipFill>
          <p:spPr>
            <a:xfrm>
              <a:off x="2391731" y="5461925"/>
              <a:ext cx="164387" cy="228852"/>
            </a:xfrm>
            <a:prstGeom prst="rect">
              <a:avLst/>
            </a:prstGeom>
          </p:spPr>
        </p:pic>
        <p:pic>
          <p:nvPicPr>
            <p:cNvPr id="162" name="그림 161"/>
            <p:cNvPicPr>
              <a:picLocks noChangeAspect="1"/>
            </p:cNvPicPr>
            <p:nvPr userDrawn="1"/>
          </p:nvPicPr>
          <p:blipFill>
            <a:blip r:embed="rId12"/>
            <a:stretch>
              <a:fillRect/>
            </a:stretch>
          </p:blipFill>
          <p:spPr>
            <a:xfrm>
              <a:off x="2012592" y="5201563"/>
              <a:ext cx="400106" cy="116601"/>
            </a:xfrm>
            <a:prstGeom prst="rect">
              <a:avLst/>
            </a:prstGeom>
          </p:spPr>
        </p:pic>
        <p:pic>
          <p:nvPicPr>
            <p:cNvPr id="163" name="pic"/>
            <p:cNvPicPr>
              <a:picLocks noChangeAspect="1"/>
            </p:cNvPicPr>
            <p:nvPr userDrawn="1"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>
            <a:xfrm>
              <a:off x="4006381" y="5249485"/>
              <a:ext cx="120515" cy="274526"/>
            </a:xfrm>
            <a:prstGeom prst="rect">
              <a:avLst/>
            </a:prstGeom>
          </p:spPr>
        </p:pic>
        <p:pic>
          <p:nvPicPr>
            <p:cNvPr id="164" name="pic"/>
            <p:cNvPicPr>
              <a:picLocks noChangeAspect="1"/>
            </p:cNvPicPr>
            <p:nvPr userDrawn="1"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>
            <a:xfrm>
              <a:off x="4426593" y="4083839"/>
              <a:ext cx="120515" cy="274526"/>
            </a:xfrm>
            <a:prstGeom prst="rect">
              <a:avLst/>
            </a:prstGeom>
          </p:spPr>
        </p:pic>
        <p:pic>
          <p:nvPicPr>
            <p:cNvPr id="165" name="pic"/>
            <p:cNvPicPr>
              <a:picLocks noChangeAspect="1"/>
            </p:cNvPicPr>
            <p:nvPr userDrawn="1"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>
            <a:xfrm>
              <a:off x="3765804" y="4626838"/>
              <a:ext cx="120515" cy="274526"/>
            </a:xfrm>
            <a:prstGeom prst="rect">
              <a:avLst/>
            </a:prstGeom>
          </p:spPr>
        </p:pic>
        <p:pic>
          <p:nvPicPr>
            <p:cNvPr id="166" name="pic"/>
            <p:cNvPicPr>
              <a:picLocks noChangeAspect="1"/>
            </p:cNvPicPr>
            <p:nvPr userDrawn="1"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>
            <a:xfrm>
              <a:off x="3561384" y="5225766"/>
              <a:ext cx="120515" cy="274526"/>
            </a:xfrm>
            <a:prstGeom prst="rect">
              <a:avLst/>
            </a:prstGeom>
          </p:spPr>
        </p:pic>
        <p:pic>
          <p:nvPicPr>
            <p:cNvPr id="167" name="pic"/>
            <p:cNvPicPr>
              <a:picLocks noChangeAspect="1"/>
            </p:cNvPicPr>
            <p:nvPr userDrawn="1"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>
            <a:xfrm>
              <a:off x="3590613" y="4960224"/>
              <a:ext cx="120515" cy="274526"/>
            </a:xfrm>
            <a:prstGeom prst="rect">
              <a:avLst/>
            </a:prstGeom>
          </p:spPr>
        </p:pic>
        <p:pic>
          <p:nvPicPr>
            <p:cNvPr id="168" name="pic"/>
            <p:cNvPicPr>
              <a:picLocks noChangeAspect="1"/>
            </p:cNvPicPr>
            <p:nvPr userDrawn="1"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>
            <a:xfrm>
              <a:off x="1790795" y="4963011"/>
              <a:ext cx="120515" cy="274526"/>
            </a:xfrm>
            <a:prstGeom prst="rect">
              <a:avLst/>
            </a:prstGeom>
          </p:spPr>
        </p:pic>
        <p:pic>
          <p:nvPicPr>
            <p:cNvPr id="169" name="pic"/>
            <p:cNvPicPr>
              <a:picLocks noChangeAspect="1"/>
            </p:cNvPicPr>
            <p:nvPr userDrawn="1"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>
            <a:xfrm>
              <a:off x="1789043" y="3932543"/>
              <a:ext cx="120515" cy="274526"/>
            </a:xfrm>
            <a:prstGeom prst="rect">
              <a:avLst/>
            </a:prstGeom>
          </p:spPr>
        </p:pic>
        <p:sp>
          <p:nvSpPr>
            <p:cNvPr id="170" name="순서도: 처리 169"/>
            <p:cNvSpPr/>
            <p:nvPr userDrawn="1"/>
          </p:nvSpPr>
          <p:spPr>
            <a:xfrm>
              <a:off x="2116191" y="4055596"/>
              <a:ext cx="233034" cy="187375"/>
            </a:xfrm>
            <a:prstGeom prst="flowChartProcess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pic>
          <p:nvPicPr>
            <p:cNvPr id="171" name="pic"/>
            <p:cNvPicPr>
              <a:picLocks noChangeAspect="1"/>
            </p:cNvPicPr>
            <p:nvPr userDrawn="1"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>
            <a:xfrm>
              <a:off x="2180456" y="3935567"/>
              <a:ext cx="120515" cy="274526"/>
            </a:xfrm>
            <a:prstGeom prst="rect">
              <a:avLst/>
            </a:prstGeom>
          </p:spPr>
        </p:pic>
        <p:pic>
          <p:nvPicPr>
            <p:cNvPr id="172" name="pic"/>
            <p:cNvPicPr>
              <a:picLocks noChangeAspect="1"/>
            </p:cNvPicPr>
            <p:nvPr userDrawn="1"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>
            <a:xfrm>
              <a:off x="3590613" y="3957466"/>
              <a:ext cx="120515" cy="274526"/>
            </a:xfrm>
            <a:prstGeom prst="rect">
              <a:avLst/>
            </a:prstGeom>
          </p:spPr>
        </p:pic>
        <p:pic>
          <p:nvPicPr>
            <p:cNvPr id="173" name="그림 172"/>
            <p:cNvPicPr>
              <a:picLocks noChangeAspect="1"/>
            </p:cNvPicPr>
            <p:nvPr userDrawn="1"/>
          </p:nvPicPr>
          <p:blipFill>
            <a:blip r:embed="rId13"/>
            <a:stretch>
              <a:fillRect/>
            </a:stretch>
          </p:blipFill>
          <p:spPr>
            <a:xfrm>
              <a:off x="1899876" y="4267200"/>
              <a:ext cx="132893" cy="958478"/>
            </a:xfrm>
            <a:prstGeom prst="rect">
              <a:avLst/>
            </a:prstGeom>
          </p:spPr>
        </p:pic>
        <p:pic>
          <p:nvPicPr>
            <p:cNvPr id="174" name="그림 173"/>
            <p:cNvPicPr>
              <a:picLocks noChangeAspect="1"/>
            </p:cNvPicPr>
            <p:nvPr userDrawn="1"/>
          </p:nvPicPr>
          <p:blipFill>
            <a:blip r:embed="rId14"/>
            <a:stretch>
              <a:fillRect/>
            </a:stretch>
          </p:blipFill>
          <p:spPr>
            <a:xfrm>
              <a:off x="3186875" y="4268164"/>
              <a:ext cx="204021" cy="944391"/>
            </a:xfrm>
            <a:prstGeom prst="rect">
              <a:avLst/>
            </a:prstGeom>
          </p:spPr>
        </p:pic>
        <p:pic>
          <p:nvPicPr>
            <p:cNvPr id="175" name="그림 174"/>
            <p:cNvPicPr>
              <a:picLocks noChangeAspect="1"/>
            </p:cNvPicPr>
            <p:nvPr userDrawn="1"/>
          </p:nvPicPr>
          <p:blipFill>
            <a:blip r:embed="rId15"/>
            <a:stretch>
              <a:fillRect/>
            </a:stretch>
          </p:blipFill>
          <p:spPr>
            <a:xfrm>
              <a:off x="2756230" y="4255232"/>
              <a:ext cx="210769" cy="958118"/>
            </a:xfrm>
            <a:prstGeom prst="rect">
              <a:avLst/>
            </a:prstGeom>
          </p:spPr>
        </p:pic>
        <p:pic>
          <p:nvPicPr>
            <p:cNvPr id="176" name="그림 175"/>
            <p:cNvPicPr>
              <a:picLocks noChangeAspect="1"/>
            </p:cNvPicPr>
            <p:nvPr userDrawn="1"/>
          </p:nvPicPr>
          <p:blipFill>
            <a:blip r:embed="rId16"/>
            <a:stretch>
              <a:fillRect/>
            </a:stretch>
          </p:blipFill>
          <p:spPr>
            <a:xfrm>
              <a:off x="2229361" y="4231992"/>
              <a:ext cx="324739" cy="983912"/>
            </a:xfrm>
            <a:prstGeom prst="rect">
              <a:avLst/>
            </a:prstGeom>
          </p:spPr>
        </p:pic>
        <p:sp>
          <p:nvSpPr>
            <p:cNvPr id="177" name="순서도: 처리 176"/>
            <p:cNvSpPr/>
            <p:nvPr userDrawn="1"/>
          </p:nvSpPr>
          <p:spPr>
            <a:xfrm>
              <a:off x="2553694" y="4210455"/>
              <a:ext cx="220546" cy="984431"/>
            </a:xfrm>
            <a:prstGeom prst="flowChartProcess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pic>
          <p:nvPicPr>
            <p:cNvPr id="178" name="pic"/>
            <p:cNvPicPr>
              <a:picLocks noChangeAspect="1"/>
            </p:cNvPicPr>
            <p:nvPr userDrawn="1"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>
            <a:xfrm>
              <a:off x="2172450" y="4955989"/>
              <a:ext cx="120515" cy="274526"/>
            </a:xfrm>
            <a:prstGeom prst="rect">
              <a:avLst/>
            </a:prstGeom>
          </p:spPr>
        </p:pic>
        <p:pic>
          <p:nvPicPr>
            <p:cNvPr id="179" name="pic"/>
            <p:cNvPicPr>
              <a:picLocks noChangeAspect="1"/>
            </p:cNvPicPr>
            <p:nvPr userDrawn="1"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>
            <a:xfrm>
              <a:off x="3108871" y="4963011"/>
              <a:ext cx="120515" cy="274526"/>
            </a:xfrm>
            <a:prstGeom prst="rect">
              <a:avLst/>
            </a:prstGeom>
          </p:spPr>
        </p:pic>
      </p:grpSp>
      <p:sp>
        <p:nvSpPr>
          <p:cNvPr id="21" name="TextBox 20"/>
          <p:cNvSpPr txBox="1"/>
          <p:nvPr userDrawn="1"/>
        </p:nvSpPr>
        <p:spPr>
          <a:xfrm>
            <a:off x="6410948" y="5000050"/>
            <a:ext cx="90281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400" b="1" dirty="0" err="1" smtClean="0"/>
              <a:t>조각기실</a:t>
            </a:r>
            <a:endParaRPr lang="ko-KR" altLang="en-US" sz="1400" b="1" dirty="0"/>
          </a:p>
        </p:txBody>
      </p:sp>
      <p:pic>
        <p:nvPicPr>
          <p:cNvPr id="135" name="pic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667651" y="5289857"/>
            <a:ext cx="133546" cy="1335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63437629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피난안내도 작성법">
    <p:bg>
      <p:bgPr>
        <a:solidFill>
          <a:srgbClr val="FF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직사각형 5"/>
          <p:cNvSpPr/>
          <p:nvPr userDrawn="1"/>
        </p:nvSpPr>
        <p:spPr>
          <a:xfrm>
            <a:off x="385512" y="1513058"/>
            <a:ext cx="12031077" cy="7734716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2117"/>
          </a:p>
        </p:txBody>
      </p:sp>
      <p:sp>
        <p:nvSpPr>
          <p:cNvPr id="7" name="TextBox 6"/>
          <p:cNvSpPr txBox="1"/>
          <p:nvPr userDrawn="1"/>
        </p:nvSpPr>
        <p:spPr>
          <a:xfrm>
            <a:off x="385512" y="361525"/>
            <a:ext cx="6514925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6000" b="1" dirty="0" err="1" smtClean="0">
                <a:solidFill>
                  <a:schemeClr val="bg1"/>
                </a:solidFill>
              </a:rPr>
              <a:t>피난안내도</a:t>
            </a:r>
            <a:r>
              <a:rPr lang="ko-KR" altLang="en-US" sz="6000" b="1" dirty="0" smtClean="0">
                <a:solidFill>
                  <a:schemeClr val="bg1"/>
                </a:solidFill>
              </a:rPr>
              <a:t> 작성법</a:t>
            </a:r>
            <a:endParaRPr lang="ko-KR" altLang="en-US" sz="6000" b="1" dirty="0">
              <a:solidFill>
                <a:schemeClr val="bg1"/>
              </a:solidFill>
            </a:endParaRPr>
          </a:p>
        </p:txBody>
      </p:sp>
      <p:cxnSp>
        <p:nvCxnSpPr>
          <p:cNvPr id="18" name="직선 화살표 연결선 17"/>
          <p:cNvCxnSpPr/>
          <p:nvPr userDrawn="1"/>
        </p:nvCxnSpPr>
        <p:spPr>
          <a:xfrm>
            <a:off x="1487148" y="2670203"/>
            <a:ext cx="878307" cy="0"/>
          </a:xfrm>
          <a:prstGeom prst="straightConnector1">
            <a:avLst/>
          </a:prstGeom>
          <a:ln w="5715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 userDrawn="1"/>
        </p:nvSpPr>
        <p:spPr>
          <a:xfrm>
            <a:off x="641906" y="1660700"/>
            <a:ext cx="172354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400" b="1" dirty="0" err="1" smtClean="0"/>
              <a:t>기호활용법</a:t>
            </a:r>
            <a:endParaRPr lang="ko-KR" altLang="en-US" sz="2400" b="1" dirty="0"/>
          </a:p>
        </p:txBody>
      </p:sp>
      <p:sp>
        <p:nvSpPr>
          <p:cNvPr id="22" name="TextBox 21"/>
          <p:cNvSpPr txBox="1"/>
          <p:nvPr userDrawn="1"/>
        </p:nvSpPr>
        <p:spPr>
          <a:xfrm>
            <a:off x="2842068" y="2468753"/>
            <a:ext cx="103829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400" dirty="0" smtClean="0"/>
              <a:t>두께 </a:t>
            </a:r>
            <a:r>
              <a:rPr lang="en-US" altLang="ko-KR" sz="1400" dirty="0" smtClean="0"/>
              <a:t>: 4½pt</a:t>
            </a:r>
          </a:p>
          <a:p>
            <a:r>
              <a:rPr lang="ko-KR" altLang="en-US" sz="1400" dirty="0" smtClean="0"/>
              <a:t>색상 </a:t>
            </a:r>
            <a:r>
              <a:rPr lang="en-US" altLang="ko-KR" sz="1400" smtClean="0"/>
              <a:t>: </a:t>
            </a:r>
            <a:r>
              <a:rPr lang="ko-KR" altLang="en-US" sz="1400" smtClean="0"/>
              <a:t>녹색</a:t>
            </a:r>
            <a:endParaRPr lang="ko-KR" altLang="en-US" sz="1400"/>
          </a:p>
        </p:txBody>
      </p:sp>
      <p:pic>
        <p:nvPicPr>
          <p:cNvPr id="23" name="pic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494615" y="3258097"/>
            <a:ext cx="994882" cy="860344"/>
          </a:xfrm>
          <a:prstGeom prst="rect">
            <a:avLst/>
          </a:prstGeom>
        </p:spPr>
      </p:pic>
      <p:sp>
        <p:nvSpPr>
          <p:cNvPr id="24" name="TextBox 23"/>
          <p:cNvSpPr txBox="1"/>
          <p:nvPr userDrawn="1"/>
        </p:nvSpPr>
        <p:spPr>
          <a:xfrm>
            <a:off x="2842068" y="3348155"/>
            <a:ext cx="344677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400" dirty="0"/>
              <a:t>해당 위치에 표시</a:t>
            </a:r>
            <a:br>
              <a:rPr lang="ko-KR" altLang="en-US" sz="1400" dirty="0"/>
            </a:br>
            <a:r>
              <a:rPr lang="en-US" altLang="ko-KR" sz="1400"/>
              <a:t>(</a:t>
            </a:r>
            <a:r>
              <a:rPr lang="ko-KR" altLang="en-US" sz="1400"/>
              <a:t>단 눈에 띄지 않을 경우 스티커 대체 가능</a:t>
            </a:r>
            <a:r>
              <a:rPr lang="en-US" altLang="ko-KR" sz="1400"/>
              <a:t>)</a:t>
            </a:r>
            <a:endParaRPr lang="ko-KR" altLang="en-US" sz="1400"/>
          </a:p>
        </p:txBody>
      </p:sp>
      <p:graphicFrame>
        <p:nvGraphicFramePr>
          <p:cNvPr id="25" name="표 24"/>
          <p:cNvGraphicFramePr>
            <a:graphicFrameLocks noGrp="1"/>
          </p:cNvGraphicFramePr>
          <p:nvPr userDrawn="1">
            <p:extLst/>
          </p:nvPr>
        </p:nvGraphicFramePr>
        <p:xfrm>
          <a:off x="1174328" y="2236169"/>
          <a:ext cx="5198738" cy="184428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40042">
                  <a:extLst>
                    <a:ext uri="{9D8B030D-6E8A-4147-A177-3AD203B41FA5}">
                      <a16:colId xmlns:a16="http://schemas.microsoft.com/office/drawing/2014/main" val="266213600"/>
                    </a:ext>
                  </a:extLst>
                </a:gridCol>
                <a:gridCol w="3658696">
                  <a:extLst>
                    <a:ext uri="{9D8B030D-6E8A-4147-A177-3AD203B41FA5}">
                      <a16:colId xmlns:a16="http://schemas.microsoft.com/office/drawing/2014/main" val="2430683141"/>
                    </a:ext>
                  </a:extLst>
                </a:gridCol>
              </a:tblGrid>
              <a:tr h="922141"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49070860"/>
                  </a:ext>
                </a:extLst>
              </a:tr>
              <a:tr h="922141"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43331952"/>
                  </a:ext>
                </a:extLst>
              </a:tr>
            </a:tbl>
          </a:graphicData>
        </a:graphic>
      </p:graphicFrame>
      <p:sp>
        <p:nvSpPr>
          <p:cNvPr id="26" name="직사각형 25"/>
          <p:cNvSpPr/>
          <p:nvPr userDrawn="1"/>
        </p:nvSpPr>
        <p:spPr>
          <a:xfrm>
            <a:off x="641906" y="4436633"/>
            <a:ext cx="13319378" cy="13849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2400" b="1" dirty="0" smtClean="0"/>
              <a:t>규격</a:t>
            </a:r>
            <a:r>
              <a:rPr lang="en-US" altLang="ko-KR" sz="2400" b="1" dirty="0" smtClean="0"/>
              <a:t>(</a:t>
            </a:r>
            <a:r>
              <a:rPr lang="ko-KR" altLang="en-US" sz="2400" b="1" dirty="0" err="1" smtClean="0"/>
              <a:t>소방청기준</a:t>
            </a:r>
            <a:r>
              <a:rPr lang="en-US" altLang="ko-KR" sz="2400" b="1" dirty="0" smtClean="0"/>
              <a:t>)</a:t>
            </a:r>
            <a:endParaRPr lang="ko-KR" altLang="en-US" sz="2400" b="1" dirty="0"/>
          </a:p>
          <a:p>
            <a:r>
              <a:rPr lang="en-US" altLang="ko-KR" sz="2000" dirty="0"/>
              <a:t>5.1 </a:t>
            </a:r>
            <a:r>
              <a:rPr lang="ko-KR" altLang="en-US" sz="2000" dirty="0"/>
              <a:t>크기 </a:t>
            </a:r>
            <a:r>
              <a:rPr lang="en-US" altLang="ko-KR" sz="2000" b="1" dirty="0" smtClean="0">
                <a:solidFill>
                  <a:srgbClr val="FF0000"/>
                </a:solidFill>
              </a:rPr>
              <a:t>A3(420×297mm) </a:t>
            </a:r>
            <a:r>
              <a:rPr lang="ko-KR" altLang="en-US" sz="2000" b="1" dirty="0" smtClean="0">
                <a:solidFill>
                  <a:srgbClr val="FF0000"/>
                </a:solidFill>
              </a:rPr>
              <a:t>이상의 </a:t>
            </a:r>
            <a:r>
              <a:rPr lang="ko-KR" altLang="en-US" sz="2000" dirty="0" smtClean="0"/>
              <a:t>크기로 </a:t>
            </a:r>
            <a:r>
              <a:rPr lang="ko-KR" altLang="en-US" sz="2000" dirty="0"/>
              <a:t>하여야 합니다</a:t>
            </a:r>
            <a:r>
              <a:rPr lang="en-US" altLang="ko-KR" sz="2000" dirty="0" smtClean="0"/>
              <a:t>. </a:t>
            </a:r>
            <a:endParaRPr lang="en-US" altLang="ko-KR" sz="2000" dirty="0"/>
          </a:p>
          <a:p>
            <a:r>
              <a:rPr lang="en-US" altLang="ko-KR" sz="2000" dirty="0"/>
              <a:t>5.2 </a:t>
            </a:r>
            <a:r>
              <a:rPr lang="ko-KR" altLang="en-US" sz="2000" dirty="0"/>
              <a:t>재질 </a:t>
            </a:r>
            <a:r>
              <a:rPr lang="ko-KR" altLang="en-US" sz="2000" b="1" dirty="0" err="1">
                <a:solidFill>
                  <a:srgbClr val="FF0000"/>
                </a:solidFill>
              </a:rPr>
              <a:t>코팅처리한</a:t>
            </a:r>
            <a:r>
              <a:rPr lang="ko-KR" altLang="en-US" sz="2000" dirty="0"/>
              <a:t> </a:t>
            </a:r>
            <a:r>
              <a:rPr lang="ko-KR" altLang="en-US" sz="2000" dirty="0" smtClean="0"/>
              <a:t>종이</a:t>
            </a:r>
            <a:r>
              <a:rPr lang="en-US" altLang="ko-KR" sz="2000" dirty="0" smtClean="0"/>
              <a:t>, </a:t>
            </a:r>
            <a:r>
              <a:rPr lang="ko-KR" altLang="en-US" sz="2000" dirty="0"/>
              <a:t>아크릴</a:t>
            </a:r>
            <a:r>
              <a:rPr lang="en-US" altLang="ko-KR" sz="2000" dirty="0"/>
              <a:t>, </a:t>
            </a:r>
            <a:r>
              <a:rPr lang="ko-KR" altLang="en-US" sz="2000" dirty="0"/>
              <a:t>강판 </a:t>
            </a:r>
            <a:r>
              <a:rPr lang="ko-KR" altLang="en-US" sz="2000" dirty="0" err="1" smtClean="0"/>
              <a:t>등쉽게</a:t>
            </a:r>
            <a:r>
              <a:rPr lang="ko-KR" altLang="en-US" sz="2000" dirty="0" smtClean="0"/>
              <a:t> </a:t>
            </a:r>
            <a:r>
              <a:rPr lang="ko-KR" altLang="en-US" sz="2000" dirty="0"/>
              <a:t>훼손 또는 변형되지 않는 것으로 합니다</a:t>
            </a:r>
            <a:r>
              <a:rPr lang="en-US" altLang="ko-KR" sz="2000" dirty="0"/>
              <a:t>.</a:t>
            </a:r>
          </a:p>
          <a:p>
            <a:r>
              <a:rPr lang="en-US" altLang="ko-KR" sz="2000" dirty="0" smtClean="0"/>
              <a:t> </a:t>
            </a:r>
            <a:endParaRPr lang="en-US" altLang="ko-KR" sz="2000" dirty="0"/>
          </a:p>
        </p:txBody>
      </p:sp>
      <p:sp>
        <p:nvSpPr>
          <p:cNvPr id="27" name="직사각형 26"/>
          <p:cNvSpPr/>
          <p:nvPr userDrawn="1"/>
        </p:nvSpPr>
        <p:spPr>
          <a:xfrm>
            <a:off x="641906" y="6113538"/>
            <a:ext cx="10041531" cy="132343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sz="2400" b="1" dirty="0" err="1" smtClean="0"/>
              <a:t>부착방법</a:t>
            </a:r>
            <a:r>
              <a:rPr lang="en-US" altLang="ko-KR" sz="2400" b="1" dirty="0" smtClean="0"/>
              <a:t>(</a:t>
            </a:r>
            <a:r>
              <a:rPr lang="ko-KR" altLang="en-US" sz="2400" b="1" dirty="0" err="1"/>
              <a:t>소방청기준</a:t>
            </a:r>
            <a:r>
              <a:rPr lang="en-US" altLang="ko-KR" sz="2400" b="1" dirty="0" smtClean="0"/>
              <a:t>)</a:t>
            </a:r>
          </a:p>
          <a:p>
            <a:r>
              <a:rPr lang="en-US" altLang="ko-KR" sz="2000" dirty="0"/>
              <a:t>7.1 </a:t>
            </a:r>
            <a:r>
              <a:rPr lang="ko-KR" altLang="en-US" sz="2000" b="1" dirty="0">
                <a:solidFill>
                  <a:srgbClr val="FF0000"/>
                </a:solidFill>
              </a:rPr>
              <a:t>부착하는 벽면 방향으로 </a:t>
            </a:r>
            <a:r>
              <a:rPr lang="ko-KR" altLang="en-US" sz="2000" dirty="0"/>
              <a:t>도면이 배치되어야 합니다</a:t>
            </a:r>
            <a:r>
              <a:rPr lang="en-US" altLang="ko-KR" sz="2000" dirty="0"/>
              <a:t>.</a:t>
            </a:r>
            <a:br>
              <a:rPr lang="en-US" altLang="ko-KR" sz="2000" dirty="0"/>
            </a:br>
            <a:r>
              <a:rPr lang="en-US" altLang="ko-KR" sz="2000" dirty="0"/>
              <a:t>(※ </a:t>
            </a:r>
            <a:r>
              <a:rPr lang="ko-KR" altLang="en-US" sz="2000" dirty="0"/>
              <a:t>피난안내도를 바라볼 때</a:t>
            </a:r>
            <a:r>
              <a:rPr lang="en-US" altLang="ko-KR" sz="2000" dirty="0"/>
              <a:t>, </a:t>
            </a:r>
            <a:r>
              <a:rPr lang="ko-KR" altLang="en-US" sz="3600" b="1" dirty="0">
                <a:solidFill>
                  <a:srgbClr val="0070C0"/>
                </a:solidFill>
              </a:rPr>
              <a:t>실제 건물 방향과 동일</a:t>
            </a:r>
            <a:r>
              <a:rPr lang="ko-KR" altLang="en-US" sz="2000" dirty="0"/>
              <a:t>하게 보이도록 설치</a:t>
            </a:r>
            <a:r>
              <a:rPr lang="en-US" altLang="ko-KR" sz="2000" dirty="0"/>
              <a:t>)</a:t>
            </a:r>
            <a:endParaRPr lang="ko-KR" altLang="en-US" sz="2000" b="1" dirty="0"/>
          </a:p>
        </p:txBody>
      </p:sp>
    </p:spTree>
    <p:extLst>
      <p:ext uri="{BB962C8B-B14F-4D97-AF65-F5344CB8AC3E}">
        <p14:creationId xmlns:p14="http://schemas.microsoft.com/office/powerpoint/2010/main" val="2551611719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피난안내도 작성법2">
    <p:bg>
      <p:bgPr>
        <a:solidFill>
          <a:srgbClr val="FF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직사각형 5"/>
          <p:cNvSpPr/>
          <p:nvPr userDrawn="1"/>
        </p:nvSpPr>
        <p:spPr>
          <a:xfrm>
            <a:off x="385512" y="1513058"/>
            <a:ext cx="12031077" cy="7734716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ko-KR" sz="2117" dirty="0" smtClean="0"/>
              <a:t>1: </a:t>
            </a:r>
            <a:endParaRPr lang="ko-KR" altLang="en-US" sz="2117" dirty="0"/>
          </a:p>
        </p:txBody>
      </p:sp>
      <p:sp>
        <p:nvSpPr>
          <p:cNvPr id="7" name="TextBox 6"/>
          <p:cNvSpPr txBox="1"/>
          <p:nvPr userDrawn="1"/>
        </p:nvSpPr>
        <p:spPr>
          <a:xfrm>
            <a:off x="385512" y="361525"/>
            <a:ext cx="6514925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6000" b="1" dirty="0" err="1" smtClean="0">
                <a:solidFill>
                  <a:schemeClr val="bg1"/>
                </a:solidFill>
              </a:rPr>
              <a:t>피난안내도</a:t>
            </a:r>
            <a:r>
              <a:rPr lang="ko-KR" altLang="en-US" sz="6000" b="1" dirty="0" smtClean="0">
                <a:solidFill>
                  <a:schemeClr val="bg1"/>
                </a:solidFill>
              </a:rPr>
              <a:t> 작성법</a:t>
            </a:r>
            <a:endParaRPr lang="ko-KR" altLang="en-US" sz="6000" b="1" dirty="0">
              <a:solidFill>
                <a:schemeClr val="bg1"/>
              </a:solidFill>
            </a:endParaRPr>
          </a:p>
        </p:txBody>
      </p:sp>
      <p:pic>
        <p:nvPicPr>
          <p:cNvPr id="3" name="그림 2"/>
          <p:cNvPicPr>
            <a:picLocks noChangeAspect="1"/>
          </p:cNvPicPr>
          <p:nvPr userDrawn="1"/>
        </p:nvPicPr>
        <p:blipFill rotWithShape="1">
          <a:blip r:embed="rId2"/>
          <a:srcRect l="25962" t="5104"/>
          <a:stretch/>
        </p:blipFill>
        <p:spPr>
          <a:xfrm>
            <a:off x="1347537" y="1780674"/>
            <a:ext cx="2755461" cy="7118603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4" name="직사각형 3"/>
          <p:cNvSpPr/>
          <p:nvPr userDrawn="1"/>
        </p:nvSpPr>
        <p:spPr>
          <a:xfrm>
            <a:off x="1347537" y="1780674"/>
            <a:ext cx="577516" cy="625642"/>
          </a:xfrm>
          <a:prstGeom prst="rect">
            <a:avLst/>
          </a:prstGeom>
          <a:noFill/>
          <a:ln w="57150">
            <a:solidFill>
              <a:srgbClr val="0070C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" name="직사각형 14"/>
          <p:cNvSpPr/>
          <p:nvPr userDrawn="1"/>
        </p:nvSpPr>
        <p:spPr>
          <a:xfrm>
            <a:off x="1347537" y="5759117"/>
            <a:ext cx="2514600" cy="2314072"/>
          </a:xfrm>
          <a:prstGeom prst="rect">
            <a:avLst/>
          </a:prstGeom>
          <a:noFill/>
          <a:ln w="57150">
            <a:solidFill>
              <a:srgbClr val="0070C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TextBox 4"/>
          <p:cNvSpPr txBox="1"/>
          <p:nvPr userDrawn="1"/>
        </p:nvSpPr>
        <p:spPr>
          <a:xfrm>
            <a:off x="4161570" y="1780674"/>
            <a:ext cx="1806905" cy="4181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 smtClean="0"/>
              <a:t>1.</a:t>
            </a:r>
            <a:r>
              <a:rPr lang="en-US" altLang="ko-KR" baseline="0" dirty="0" smtClean="0"/>
              <a:t> </a:t>
            </a:r>
            <a:r>
              <a:rPr lang="ko-KR" altLang="en-US" baseline="0" dirty="0" err="1" smtClean="0"/>
              <a:t>새슬라이드</a:t>
            </a:r>
            <a:endParaRPr lang="ko-KR" altLang="en-US" dirty="0"/>
          </a:p>
        </p:txBody>
      </p:sp>
      <p:sp>
        <p:nvSpPr>
          <p:cNvPr id="17" name="TextBox 16"/>
          <p:cNvSpPr txBox="1"/>
          <p:nvPr userDrawn="1"/>
        </p:nvSpPr>
        <p:spPr>
          <a:xfrm>
            <a:off x="4102998" y="5759117"/>
            <a:ext cx="1989647" cy="10697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 smtClean="0"/>
              <a:t>2. </a:t>
            </a:r>
            <a:r>
              <a:rPr lang="ko-KR" altLang="en-US" dirty="0" smtClean="0"/>
              <a:t>건물 방향 및 </a:t>
            </a:r>
            <a:endParaRPr lang="en-US" altLang="ko-KR" dirty="0" smtClean="0"/>
          </a:p>
          <a:p>
            <a:r>
              <a:rPr lang="en-US" altLang="ko-KR" dirty="0" smtClean="0"/>
              <a:t>    </a:t>
            </a:r>
            <a:r>
              <a:rPr lang="ko-KR" altLang="en-US" dirty="0" smtClean="0"/>
              <a:t>층수에 따라 </a:t>
            </a:r>
            <a:endParaRPr lang="en-US" altLang="ko-KR" dirty="0" smtClean="0"/>
          </a:p>
          <a:p>
            <a:r>
              <a:rPr lang="ko-KR" altLang="en-US" dirty="0" smtClean="0"/>
              <a:t>슬라이드 선택</a:t>
            </a:r>
            <a:endParaRPr lang="ko-KR" altLang="en-US" dirty="0"/>
          </a:p>
        </p:txBody>
      </p:sp>
      <p:pic>
        <p:nvPicPr>
          <p:cNvPr id="8" name="그림 7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7194881" y="1617932"/>
            <a:ext cx="5029203" cy="3762484"/>
          </a:xfrm>
          <a:prstGeom prst="rect">
            <a:avLst/>
          </a:prstGeom>
        </p:spPr>
      </p:pic>
      <p:sp>
        <p:nvSpPr>
          <p:cNvPr id="9" name="TextBox 8"/>
          <p:cNvSpPr txBox="1"/>
          <p:nvPr userDrawn="1"/>
        </p:nvSpPr>
        <p:spPr>
          <a:xfrm>
            <a:off x="925195" y="1614027"/>
            <a:ext cx="3930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3200" b="1" dirty="0" smtClean="0">
                <a:solidFill>
                  <a:srgbClr val="FF0000"/>
                </a:solidFill>
              </a:rPr>
              <a:t>1</a:t>
            </a:r>
            <a:endParaRPr lang="ko-KR" altLang="en-US" sz="3200" b="1" dirty="0">
              <a:solidFill>
                <a:srgbClr val="FF0000"/>
              </a:solidFill>
            </a:endParaRPr>
          </a:p>
        </p:txBody>
      </p:sp>
      <p:sp>
        <p:nvSpPr>
          <p:cNvPr id="20" name="TextBox 19"/>
          <p:cNvSpPr txBox="1"/>
          <p:nvPr userDrawn="1"/>
        </p:nvSpPr>
        <p:spPr>
          <a:xfrm>
            <a:off x="905047" y="5546303"/>
            <a:ext cx="32252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200" b="1" dirty="0" smtClean="0">
                <a:solidFill>
                  <a:srgbClr val="FF0000"/>
                </a:solidFill>
              </a:rPr>
              <a:t>2</a:t>
            </a:r>
            <a:endParaRPr lang="ko-KR" altLang="en-US" sz="3200" b="1" dirty="0">
              <a:solidFill>
                <a:srgbClr val="FF0000"/>
              </a:solidFill>
            </a:endParaRPr>
          </a:p>
        </p:txBody>
      </p:sp>
      <p:sp>
        <p:nvSpPr>
          <p:cNvPr id="28" name="TextBox 27"/>
          <p:cNvSpPr txBox="1"/>
          <p:nvPr userDrawn="1"/>
        </p:nvSpPr>
        <p:spPr>
          <a:xfrm>
            <a:off x="6739175" y="1614026"/>
            <a:ext cx="32252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200" b="1" dirty="0" smtClean="0">
                <a:solidFill>
                  <a:srgbClr val="FF0000"/>
                </a:solidFill>
              </a:rPr>
              <a:t>3</a:t>
            </a:r>
            <a:endParaRPr lang="ko-KR" altLang="en-US" sz="3200" b="1" dirty="0">
              <a:solidFill>
                <a:srgbClr val="FF0000"/>
              </a:solidFill>
            </a:endParaRPr>
          </a:p>
        </p:txBody>
      </p:sp>
      <p:pic>
        <p:nvPicPr>
          <p:cNvPr id="10" name="그림 9"/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8250501" y="3972088"/>
            <a:ext cx="2172003" cy="1247949"/>
          </a:xfrm>
          <a:prstGeom prst="rect">
            <a:avLst/>
          </a:prstGeom>
        </p:spPr>
      </p:pic>
      <p:sp>
        <p:nvSpPr>
          <p:cNvPr id="29" name="직사각형 28"/>
          <p:cNvSpPr/>
          <p:nvPr userDrawn="1"/>
        </p:nvSpPr>
        <p:spPr>
          <a:xfrm>
            <a:off x="8935453" y="4259177"/>
            <a:ext cx="521368" cy="469233"/>
          </a:xfrm>
          <a:prstGeom prst="rect">
            <a:avLst/>
          </a:prstGeom>
          <a:noFill/>
          <a:ln w="57150">
            <a:solidFill>
              <a:srgbClr val="0070C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1" name="TextBox 30"/>
          <p:cNvSpPr txBox="1"/>
          <p:nvPr userDrawn="1"/>
        </p:nvSpPr>
        <p:spPr>
          <a:xfrm>
            <a:off x="9336502" y="5466729"/>
            <a:ext cx="2470548" cy="4181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 smtClean="0"/>
              <a:t>3. </a:t>
            </a:r>
            <a:r>
              <a:rPr lang="ko-KR" altLang="en-US" dirty="0" smtClean="0"/>
              <a:t>피난 방향 그리기</a:t>
            </a:r>
            <a:endParaRPr lang="ko-KR" altLang="en-US" dirty="0"/>
          </a:p>
        </p:txBody>
      </p:sp>
      <p:cxnSp>
        <p:nvCxnSpPr>
          <p:cNvPr id="12" name="직선 연결선 11"/>
          <p:cNvCxnSpPr/>
          <p:nvPr userDrawn="1"/>
        </p:nvCxnSpPr>
        <p:spPr>
          <a:xfrm>
            <a:off x="6486514" y="1605067"/>
            <a:ext cx="0" cy="7469816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44729701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삼광윈테크_공장동_1층_동쪽">
    <p:bg>
      <p:bgPr>
        <a:solidFill>
          <a:srgbClr val="FF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직사각형 5"/>
          <p:cNvSpPr/>
          <p:nvPr userDrawn="1"/>
        </p:nvSpPr>
        <p:spPr>
          <a:xfrm>
            <a:off x="385512" y="1353038"/>
            <a:ext cx="12031077" cy="7734716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2117"/>
          </a:p>
        </p:txBody>
      </p:sp>
      <p:sp>
        <p:nvSpPr>
          <p:cNvPr id="7" name="TextBox 6"/>
          <p:cNvSpPr txBox="1"/>
          <p:nvPr userDrawn="1"/>
        </p:nvSpPr>
        <p:spPr>
          <a:xfrm>
            <a:off x="385512" y="361525"/>
            <a:ext cx="4031873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6000" b="1" dirty="0" err="1" smtClean="0">
                <a:solidFill>
                  <a:schemeClr val="bg1"/>
                </a:solidFill>
              </a:rPr>
              <a:t>피난안내도</a:t>
            </a:r>
            <a:endParaRPr lang="ko-KR" altLang="en-US" sz="6000" b="1" dirty="0">
              <a:solidFill>
                <a:schemeClr val="bg1"/>
              </a:solidFill>
            </a:endParaRPr>
          </a:p>
        </p:txBody>
      </p:sp>
      <p:sp>
        <p:nvSpPr>
          <p:cNvPr id="8" name="TextBox 7"/>
          <p:cNvSpPr txBox="1"/>
          <p:nvPr userDrawn="1"/>
        </p:nvSpPr>
        <p:spPr>
          <a:xfrm>
            <a:off x="4417385" y="497395"/>
            <a:ext cx="3750322" cy="74392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117" b="1" dirty="0" smtClean="0">
                <a:solidFill>
                  <a:schemeClr val="bg1"/>
                </a:solidFill>
              </a:rPr>
              <a:t>Emergency</a:t>
            </a:r>
            <a:r>
              <a:rPr lang="en-US" altLang="ko-KR" sz="2117" b="1" baseline="0" dirty="0" smtClean="0">
                <a:solidFill>
                  <a:schemeClr val="bg1"/>
                </a:solidFill>
              </a:rPr>
              <a:t> Evacuation map</a:t>
            </a:r>
          </a:p>
          <a:p>
            <a:pPr marL="0" marR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vi-VN" altLang="ko-KR" sz="2117" b="1" dirty="0" smtClean="0">
                <a:solidFill>
                  <a:schemeClr val="bg1"/>
                </a:solidFill>
              </a:rPr>
              <a:t>Sơ đồ thoát hiểm khẩn cấp</a:t>
            </a:r>
          </a:p>
        </p:txBody>
      </p:sp>
      <p:pic>
        <p:nvPicPr>
          <p:cNvPr id="10" name="pic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6752638" y="6423833"/>
            <a:ext cx="393649" cy="393649"/>
          </a:xfrm>
          <a:prstGeom prst="rect">
            <a:avLst/>
          </a:prstGeom>
        </p:spPr>
      </p:pic>
      <p:pic>
        <p:nvPicPr>
          <p:cNvPr id="11" name="pic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6818374" y="5414285"/>
            <a:ext cx="262174" cy="447168"/>
          </a:xfrm>
          <a:prstGeom prst="rect">
            <a:avLst/>
          </a:prstGeom>
        </p:spPr>
      </p:pic>
      <p:pic>
        <p:nvPicPr>
          <p:cNvPr id="12" name="pic"/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6752638" y="3496231"/>
            <a:ext cx="393649" cy="393649"/>
          </a:xfrm>
          <a:prstGeom prst="rect">
            <a:avLst/>
          </a:prstGeom>
        </p:spPr>
      </p:pic>
      <p:pic>
        <p:nvPicPr>
          <p:cNvPr id="13" name="pic"/>
          <p:cNvPicPr>
            <a:picLocks noChangeAspect="1"/>
          </p:cNvPicPr>
          <p:nvPr userDrawn="1"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423" t="-3893" r="21147" b="36695"/>
          <a:stretch/>
        </p:blipFill>
        <p:spPr>
          <a:xfrm rot="10800000">
            <a:off x="6640591" y="4494694"/>
            <a:ext cx="617742" cy="356920"/>
          </a:xfrm>
          <a:prstGeom prst="rect">
            <a:avLst/>
          </a:prstGeom>
        </p:spPr>
      </p:pic>
      <p:pic>
        <p:nvPicPr>
          <p:cNvPr id="14" name="pic"/>
          <p:cNvPicPr>
            <a:picLocks noChangeAspect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6830761" y="2477885"/>
            <a:ext cx="239498" cy="447168"/>
          </a:xfrm>
          <a:prstGeom prst="rect">
            <a:avLst/>
          </a:prstGeom>
        </p:spPr>
      </p:pic>
      <p:pic>
        <p:nvPicPr>
          <p:cNvPr id="16" name="그림 15"/>
          <p:cNvPicPr>
            <a:picLocks noChangeAspect="1"/>
          </p:cNvPicPr>
          <p:nvPr userDrawn="1"/>
        </p:nvPicPr>
        <p:blipFill>
          <a:blip r:embed="rId7"/>
          <a:stretch>
            <a:fillRect/>
          </a:stretch>
        </p:blipFill>
        <p:spPr>
          <a:xfrm>
            <a:off x="9083842" y="1806569"/>
            <a:ext cx="3078925" cy="6643453"/>
          </a:xfrm>
          <a:prstGeom prst="rect">
            <a:avLst/>
          </a:prstGeom>
        </p:spPr>
      </p:pic>
      <p:sp>
        <p:nvSpPr>
          <p:cNvPr id="4" name="직사각형 3"/>
          <p:cNvSpPr/>
          <p:nvPr userDrawn="1"/>
        </p:nvSpPr>
        <p:spPr>
          <a:xfrm>
            <a:off x="7324081" y="2378304"/>
            <a:ext cx="1164229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ko-KR" altLang="en-US" sz="1200" b="1" dirty="0" err="1" smtClean="0">
                <a:latin typeface="+mn-ea"/>
                <a:ea typeface="+mn-ea"/>
              </a:rPr>
              <a:t>현위치</a:t>
            </a:r>
            <a:endParaRPr lang="en-US" altLang="ko-KR" sz="1200" b="1" dirty="0" smtClean="0">
              <a:latin typeface="+mn-ea"/>
              <a:ea typeface="+mn-ea"/>
            </a:endParaRPr>
          </a:p>
          <a:p>
            <a:pPr algn="ctr"/>
            <a:r>
              <a:rPr lang="en-US" altLang="ko-KR" sz="1200" b="1" dirty="0" smtClean="0"/>
              <a:t>(</a:t>
            </a:r>
            <a:r>
              <a:rPr lang="en-US" altLang="ko-KR" sz="1200" b="1" dirty="0" err="1" smtClean="0"/>
              <a:t>Vị</a:t>
            </a:r>
            <a:r>
              <a:rPr lang="en-US" altLang="ko-KR" sz="1200" b="1" dirty="0" smtClean="0"/>
              <a:t> </a:t>
            </a:r>
            <a:r>
              <a:rPr lang="en-US" altLang="ko-KR" sz="1200" b="1" dirty="0" err="1" smtClean="0"/>
              <a:t>trí</a:t>
            </a:r>
            <a:r>
              <a:rPr lang="en-US" altLang="ko-KR" sz="1200" b="1" dirty="0" smtClean="0"/>
              <a:t> </a:t>
            </a:r>
            <a:r>
              <a:rPr lang="en-US" altLang="ko-KR" sz="1200" b="1" dirty="0" err="1" smtClean="0"/>
              <a:t>hiện</a:t>
            </a:r>
            <a:r>
              <a:rPr lang="en-US" altLang="ko-KR" sz="1200" b="1" dirty="0" smtClean="0"/>
              <a:t> </a:t>
            </a:r>
            <a:r>
              <a:rPr lang="en-US" altLang="ko-KR" sz="1200" b="1" dirty="0" err="1" smtClean="0"/>
              <a:t>tại</a:t>
            </a:r>
            <a:r>
              <a:rPr lang="en-US" altLang="ko-KR" sz="1200" b="1" dirty="0" smtClean="0"/>
              <a:t>)</a:t>
            </a:r>
            <a:r>
              <a:rPr lang="ko-KR" altLang="en-US" sz="1200" b="1" dirty="0" smtClean="0">
                <a:latin typeface="+mn-ea"/>
                <a:ea typeface="+mn-ea"/>
              </a:rPr>
              <a:t> </a:t>
            </a:r>
            <a:endParaRPr lang="en-US" altLang="ko-KR" sz="1200" b="1" dirty="0" smtClean="0">
              <a:latin typeface="+mn-ea"/>
              <a:ea typeface="+mn-ea"/>
            </a:endParaRPr>
          </a:p>
          <a:p>
            <a:pPr algn="ctr"/>
            <a:r>
              <a:rPr lang="en-US" altLang="ko-KR" sz="1200" b="1" dirty="0" smtClean="0"/>
              <a:t>(You Are Here)</a:t>
            </a:r>
            <a:endParaRPr lang="ko-KR" altLang="en-US" sz="1200" dirty="0"/>
          </a:p>
        </p:txBody>
      </p:sp>
      <p:sp>
        <p:nvSpPr>
          <p:cNvPr id="5" name="직사각형 4"/>
          <p:cNvSpPr/>
          <p:nvPr userDrawn="1"/>
        </p:nvSpPr>
        <p:spPr>
          <a:xfrm>
            <a:off x="7237212" y="3369889"/>
            <a:ext cx="1252009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ko-KR" altLang="en-US" sz="1200" b="1" dirty="0" smtClean="0">
                <a:latin typeface="+mn-ea"/>
                <a:ea typeface="+mn-ea"/>
              </a:rPr>
              <a:t> 비상구</a:t>
            </a:r>
            <a:endParaRPr lang="en-US" altLang="ko-KR" sz="1200" b="1" dirty="0" smtClean="0">
              <a:latin typeface="+mn-ea"/>
              <a:ea typeface="+mn-ea"/>
            </a:endParaRPr>
          </a:p>
          <a:p>
            <a:pPr algn="ctr"/>
            <a:r>
              <a:rPr lang="en-US" altLang="ko-KR" sz="1200" b="1" dirty="0" smtClean="0"/>
              <a:t>(</a:t>
            </a:r>
            <a:r>
              <a:rPr lang="en-US" altLang="ko-KR" sz="1200" b="1" dirty="0" err="1" smtClean="0"/>
              <a:t>Lối</a:t>
            </a:r>
            <a:r>
              <a:rPr lang="en-US" altLang="ko-KR" sz="1200" b="1" dirty="0" smtClean="0"/>
              <a:t> </a:t>
            </a:r>
            <a:r>
              <a:rPr lang="en-US" altLang="ko-KR" sz="1200" b="1" dirty="0" err="1" smtClean="0"/>
              <a:t>thoát</a:t>
            </a:r>
            <a:r>
              <a:rPr lang="en-US" altLang="ko-KR" sz="1200" b="1" dirty="0" smtClean="0"/>
              <a:t> </a:t>
            </a:r>
            <a:r>
              <a:rPr lang="en-US" altLang="ko-KR" sz="1200" b="1" dirty="0" err="1" smtClean="0"/>
              <a:t>hiểm</a:t>
            </a:r>
            <a:r>
              <a:rPr lang="en-US" altLang="ko-KR" sz="1200" b="1" dirty="0" smtClean="0"/>
              <a:t>)</a:t>
            </a:r>
          </a:p>
          <a:p>
            <a:pPr algn="ctr"/>
            <a:r>
              <a:rPr lang="en-US" altLang="ko-KR" sz="1200" b="1" dirty="0" smtClean="0"/>
              <a:t>(Emergency Exit)</a:t>
            </a:r>
            <a:endParaRPr lang="ko-KR" altLang="en-US" sz="1200" dirty="0"/>
          </a:p>
        </p:txBody>
      </p:sp>
      <p:sp>
        <p:nvSpPr>
          <p:cNvPr id="9" name="직사각형 8"/>
          <p:cNvSpPr/>
          <p:nvPr userDrawn="1"/>
        </p:nvSpPr>
        <p:spPr>
          <a:xfrm>
            <a:off x="7183103" y="4361474"/>
            <a:ext cx="1390765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ko-KR" altLang="en-US" sz="1200" b="1" dirty="0" err="1" smtClean="0">
                <a:latin typeface="+mn-ea"/>
                <a:ea typeface="+mn-ea"/>
              </a:rPr>
              <a:t>피난동선</a:t>
            </a:r>
            <a:endParaRPr lang="en-US" altLang="ko-KR" sz="1200" b="1" dirty="0" smtClean="0">
              <a:latin typeface="+mn-ea"/>
              <a:ea typeface="+mn-ea"/>
            </a:endParaRPr>
          </a:p>
          <a:p>
            <a:pPr algn="ctr"/>
            <a:r>
              <a:rPr lang="en-US" altLang="ko-KR" sz="1200" b="1" dirty="0" smtClean="0"/>
              <a:t>(</a:t>
            </a:r>
            <a:r>
              <a:rPr lang="en-US" altLang="ko-KR" sz="1200" b="1" dirty="0" err="1" smtClean="0"/>
              <a:t>Lối</a:t>
            </a:r>
            <a:r>
              <a:rPr lang="en-US" altLang="ko-KR" sz="1200" b="1" dirty="0" smtClean="0"/>
              <a:t> </a:t>
            </a:r>
            <a:r>
              <a:rPr lang="en-US" altLang="ko-KR" sz="1200" b="1" dirty="0" err="1" smtClean="0"/>
              <a:t>thoát</a:t>
            </a:r>
            <a:r>
              <a:rPr lang="en-US" altLang="ko-KR" sz="1200" b="1" dirty="0" smtClean="0"/>
              <a:t> </a:t>
            </a:r>
            <a:r>
              <a:rPr lang="en-US" altLang="ko-KR" sz="1200" b="1" dirty="0" err="1" smtClean="0"/>
              <a:t>nạn</a:t>
            </a:r>
            <a:r>
              <a:rPr lang="en-US" altLang="ko-KR" sz="1200" b="1" dirty="0" smtClean="0"/>
              <a:t>)</a:t>
            </a:r>
          </a:p>
          <a:p>
            <a:pPr algn="ctr"/>
            <a:r>
              <a:rPr lang="en-US" altLang="ko-KR" sz="1200" b="1" dirty="0" smtClean="0"/>
              <a:t>(Evacuation Route)</a:t>
            </a:r>
            <a:endParaRPr lang="ko-KR" altLang="en-US" sz="1200" dirty="0"/>
          </a:p>
        </p:txBody>
      </p:sp>
      <p:sp>
        <p:nvSpPr>
          <p:cNvPr id="19" name="직사각형 18"/>
          <p:cNvSpPr/>
          <p:nvPr userDrawn="1"/>
        </p:nvSpPr>
        <p:spPr>
          <a:xfrm>
            <a:off x="7258333" y="5279546"/>
            <a:ext cx="1346715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ko-KR" altLang="en-US" sz="1200" b="1" dirty="0" smtClean="0">
                <a:latin typeface="+mn-ea"/>
                <a:ea typeface="+mn-ea"/>
              </a:rPr>
              <a:t>소화기</a:t>
            </a:r>
            <a:endParaRPr lang="en-US" altLang="ko-KR" sz="1200" b="1" dirty="0" smtClean="0">
              <a:latin typeface="+mn-ea"/>
              <a:ea typeface="+mn-ea"/>
            </a:endParaRPr>
          </a:p>
          <a:p>
            <a:pPr algn="ctr"/>
            <a:r>
              <a:rPr lang="en-US" altLang="ko-KR" sz="1200" b="1" dirty="0" smtClean="0"/>
              <a:t>(</a:t>
            </a:r>
            <a:r>
              <a:rPr lang="en-US" altLang="ko-KR" sz="1200" b="1" dirty="0" err="1" smtClean="0"/>
              <a:t>Bình</a:t>
            </a:r>
            <a:r>
              <a:rPr lang="en-US" altLang="ko-KR" sz="1200" b="1" dirty="0" smtClean="0"/>
              <a:t> </a:t>
            </a:r>
            <a:r>
              <a:rPr lang="en-US" altLang="ko-KR" sz="1200" b="1" dirty="0" err="1" smtClean="0"/>
              <a:t>chữa</a:t>
            </a:r>
            <a:r>
              <a:rPr lang="en-US" altLang="ko-KR" sz="1200" b="1" dirty="0" smtClean="0"/>
              <a:t> </a:t>
            </a:r>
            <a:r>
              <a:rPr lang="en-US" altLang="ko-KR" sz="1200" b="1" dirty="0" err="1" smtClean="0"/>
              <a:t>cháy</a:t>
            </a:r>
            <a:r>
              <a:rPr lang="en-US" altLang="ko-KR" sz="1200" b="1" dirty="0" smtClean="0"/>
              <a:t>)</a:t>
            </a:r>
          </a:p>
          <a:p>
            <a:pPr algn="ctr"/>
            <a:r>
              <a:rPr lang="en-US" altLang="ko-KR" sz="1200" b="1" dirty="0" smtClean="0"/>
              <a:t>(Fire Extinguisher)</a:t>
            </a:r>
            <a:endParaRPr lang="ko-KR" altLang="en-US" sz="1200" dirty="0"/>
          </a:p>
        </p:txBody>
      </p:sp>
      <p:sp>
        <p:nvSpPr>
          <p:cNvPr id="20" name="직사각형 19"/>
          <p:cNvSpPr/>
          <p:nvPr userDrawn="1"/>
        </p:nvSpPr>
        <p:spPr>
          <a:xfrm>
            <a:off x="7320265" y="6289117"/>
            <a:ext cx="1171859" cy="83099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ko-KR" altLang="en-US" sz="1200" b="1" dirty="0" smtClean="0">
                <a:latin typeface="+mn-ea"/>
                <a:ea typeface="+mn-ea"/>
              </a:rPr>
              <a:t> </a:t>
            </a:r>
            <a:r>
              <a:rPr lang="ko-KR" altLang="en-US" sz="1200" b="1" dirty="0" err="1" smtClean="0">
                <a:latin typeface="+mn-ea"/>
                <a:ea typeface="+mn-ea"/>
              </a:rPr>
              <a:t>소화호스</a:t>
            </a:r>
            <a:endParaRPr lang="en-US" altLang="ko-KR" sz="1200" b="1" dirty="0" smtClean="0">
              <a:latin typeface="+mn-ea"/>
              <a:ea typeface="+mn-ea"/>
            </a:endParaRPr>
          </a:p>
          <a:p>
            <a:pPr marL="0" marR="0" indent="0" algn="ctr" defTabSz="1075334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200" b="1" dirty="0" smtClean="0"/>
              <a:t>(</a:t>
            </a:r>
            <a:r>
              <a:rPr lang="en-US" altLang="ko-KR" sz="1200" b="1" dirty="0" err="1" smtClean="0"/>
              <a:t>Vòi</a:t>
            </a:r>
            <a:r>
              <a:rPr lang="en-US" altLang="ko-KR" sz="1200" b="1" dirty="0" smtClean="0"/>
              <a:t> </a:t>
            </a:r>
            <a:r>
              <a:rPr lang="en-US" altLang="ko-KR" sz="1200" b="1" dirty="0" err="1" smtClean="0"/>
              <a:t>chữa</a:t>
            </a:r>
            <a:r>
              <a:rPr lang="en-US" altLang="ko-KR" sz="1200" b="1" dirty="0" smtClean="0"/>
              <a:t> </a:t>
            </a:r>
            <a:r>
              <a:rPr lang="en-US" altLang="ko-KR" sz="1200" b="1" dirty="0" err="1" smtClean="0"/>
              <a:t>cháy</a:t>
            </a:r>
            <a:r>
              <a:rPr lang="en-US" altLang="ko-KR" sz="1200" b="1" dirty="0" smtClean="0"/>
              <a:t>)</a:t>
            </a:r>
          </a:p>
          <a:p>
            <a:pPr marL="0" marR="0" indent="0" algn="ctr" defTabSz="1075334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200" b="1" dirty="0" smtClean="0"/>
              <a:t>(Fire Hose)</a:t>
            </a:r>
          </a:p>
          <a:p>
            <a:pPr algn="ctr"/>
            <a:endParaRPr lang="ko-KR" altLang="en-US" sz="1200" dirty="0"/>
          </a:p>
        </p:txBody>
      </p:sp>
      <p:sp>
        <p:nvSpPr>
          <p:cNvPr id="21" name="직사각형 20"/>
          <p:cNvSpPr/>
          <p:nvPr userDrawn="1"/>
        </p:nvSpPr>
        <p:spPr>
          <a:xfrm>
            <a:off x="6716521" y="2006526"/>
            <a:ext cx="859531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ko-KR" altLang="en-US" sz="1200" b="1" dirty="0" smtClean="0">
                <a:latin typeface="+mn-ea"/>
                <a:ea typeface="+mn-ea"/>
              </a:rPr>
              <a:t>범례 </a:t>
            </a:r>
            <a:r>
              <a:rPr lang="en-US" altLang="ko-KR" sz="1200" b="1" dirty="0" smtClean="0">
                <a:latin typeface="+mn-ea"/>
                <a:ea typeface="+mn-ea"/>
              </a:rPr>
              <a:t>:     </a:t>
            </a:r>
          </a:p>
        </p:txBody>
      </p:sp>
      <p:sp>
        <p:nvSpPr>
          <p:cNvPr id="31" name="TextBox 30"/>
          <p:cNvSpPr txBox="1"/>
          <p:nvPr userDrawn="1"/>
        </p:nvSpPr>
        <p:spPr>
          <a:xfrm>
            <a:off x="8247279" y="637453"/>
            <a:ext cx="427232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ko-KR" altLang="en-US" sz="3200" b="1" dirty="0" err="1" smtClean="0">
                <a:solidFill>
                  <a:schemeClr val="bg1"/>
                </a:solidFill>
              </a:rPr>
              <a:t>삼광윈테크</a:t>
            </a:r>
            <a:r>
              <a:rPr lang="ko-KR" altLang="en-US" sz="3200" b="1" dirty="0" smtClean="0">
                <a:solidFill>
                  <a:schemeClr val="bg1"/>
                </a:solidFill>
              </a:rPr>
              <a:t> </a:t>
            </a:r>
            <a:r>
              <a:rPr lang="ko-KR" altLang="en-US" sz="3200" b="1" dirty="0" err="1" smtClean="0">
                <a:solidFill>
                  <a:schemeClr val="bg1"/>
                </a:solidFill>
              </a:rPr>
              <a:t>공장동</a:t>
            </a:r>
            <a:r>
              <a:rPr lang="ko-KR" altLang="en-US" sz="3200" b="1" dirty="0" smtClean="0">
                <a:solidFill>
                  <a:schemeClr val="bg1"/>
                </a:solidFill>
              </a:rPr>
              <a:t> </a:t>
            </a:r>
            <a:r>
              <a:rPr lang="en-US" altLang="ko-KR" sz="3200" b="1" dirty="0" smtClean="0">
                <a:solidFill>
                  <a:schemeClr val="bg1"/>
                </a:solidFill>
              </a:rPr>
              <a:t>1</a:t>
            </a:r>
            <a:r>
              <a:rPr lang="ko-KR" altLang="en-US" sz="3200" b="1" dirty="0" smtClean="0">
                <a:solidFill>
                  <a:schemeClr val="bg1"/>
                </a:solidFill>
              </a:rPr>
              <a:t>층</a:t>
            </a:r>
            <a:endParaRPr lang="ko-KR" altLang="en-US" sz="3200" b="1" dirty="0">
              <a:solidFill>
                <a:schemeClr val="bg1"/>
              </a:solidFill>
            </a:endParaRPr>
          </a:p>
        </p:txBody>
      </p:sp>
      <p:sp>
        <p:nvSpPr>
          <p:cNvPr id="23" name="TextBox 22"/>
          <p:cNvSpPr txBox="1"/>
          <p:nvPr userDrawn="1"/>
        </p:nvSpPr>
        <p:spPr>
          <a:xfrm>
            <a:off x="4685631" y="3991517"/>
            <a:ext cx="72327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400" b="1" dirty="0" err="1" smtClean="0"/>
              <a:t>사출실</a:t>
            </a:r>
            <a:endParaRPr lang="ko-KR" altLang="en-US" sz="1400" b="1" dirty="0"/>
          </a:p>
        </p:txBody>
      </p:sp>
      <p:sp>
        <p:nvSpPr>
          <p:cNvPr id="24" name="TextBox 23"/>
          <p:cNvSpPr txBox="1"/>
          <p:nvPr userDrawn="1"/>
        </p:nvSpPr>
        <p:spPr>
          <a:xfrm>
            <a:off x="4703969" y="5925877"/>
            <a:ext cx="70493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b="1" dirty="0" smtClean="0"/>
              <a:t>MCT</a:t>
            </a:r>
            <a:r>
              <a:rPr lang="ko-KR" altLang="en-US" sz="1400" b="1" dirty="0" smtClean="0"/>
              <a:t>실</a:t>
            </a:r>
            <a:endParaRPr lang="ko-KR" altLang="en-US" sz="1400" b="1" dirty="0"/>
          </a:p>
        </p:txBody>
      </p:sp>
      <p:sp>
        <p:nvSpPr>
          <p:cNvPr id="25" name="TextBox 24"/>
          <p:cNvSpPr txBox="1"/>
          <p:nvPr userDrawn="1"/>
        </p:nvSpPr>
        <p:spPr>
          <a:xfrm>
            <a:off x="3134743" y="6839850"/>
            <a:ext cx="90281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400" b="1" dirty="0" err="1" smtClean="0"/>
              <a:t>조각기실</a:t>
            </a:r>
            <a:endParaRPr lang="ko-KR" altLang="en-US" sz="1400" b="1" dirty="0"/>
          </a:p>
        </p:txBody>
      </p:sp>
      <p:sp>
        <p:nvSpPr>
          <p:cNvPr id="26" name="TextBox 25"/>
          <p:cNvSpPr txBox="1"/>
          <p:nvPr userDrawn="1"/>
        </p:nvSpPr>
        <p:spPr>
          <a:xfrm>
            <a:off x="1710218" y="6824555"/>
            <a:ext cx="108234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400" b="1" dirty="0" err="1" smtClean="0"/>
              <a:t>제품검사실</a:t>
            </a:r>
            <a:endParaRPr lang="ko-KR" altLang="en-US" sz="1400" b="1" dirty="0"/>
          </a:p>
        </p:txBody>
      </p:sp>
      <p:sp>
        <p:nvSpPr>
          <p:cNvPr id="28" name="TextBox 27"/>
          <p:cNvSpPr txBox="1"/>
          <p:nvPr userDrawn="1"/>
        </p:nvSpPr>
        <p:spPr>
          <a:xfrm>
            <a:off x="3450534" y="5502836"/>
            <a:ext cx="64633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1200" b="1" dirty="0" smtClean="0"/>
              <a:t>제조</a:t>
            </a:r>
            <a:endParaRPr lang="en-US" altLang="ko-KR" sz="1200" b="1" dirty="0" smtClean="0"/>
          </a:p>
          <a:p>
            <a:pPr algn="ctr"/>
            <a:r>
              <a:rPr lang="ko-KR" altLang="en-US" sz="1200" b="1" dirty="0" smtClean="0"/>
              <a:t>사무실</a:t>
            </a:r>
            <a:endParaRPr lang="ko-KR" altLang="en-US" sz="1200" b="1" dirty="0"/>
          </a:p>
        </p:txBody>
      </p:sp>
      <p:sp>
        <p:nvSpPr>
          <p:cNvPr id="29" name="TextBox 28"/>
          <p:cNvSpPr txBox="1"/>
          <p:nvPr userDrawn="1"/>
        </p:nvSpPr>
        <p:spPr>
          <a:xfrm>
            <a:off x="3057011" y="3649282"/>
            <a:ext cx="90281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400" b="1" dirty="0" err="1" smtClean="0"/>
              <a:t>레진창고</a:t>
            </a:r>
            <a:endParaRPr lang="ko-KR" altLang="en-US" sz="1400" b="1" dirty="0"/>
          </a:p>
        </p:txBody>
      </p:sp>
      <p:sp>
        <p:nvSpPr>
          <p:cNvPr id="15" name="직사각형 14"/>
          <p:cNvSpPr/>
          <p:nvPr userDrawn="1"/>
        </p:nvSpPr>
        <p:spPr>
          <a:xfrm>
            <a:off x="4997450" y="6327929"/>
            <a:ext cx="324208" cy="13471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177" name="그룹 176"/>
          <p:cNvGrpSpPr/>
          <p:nvPr userDrawn="1"/>
        </p:nvGrpSpPr>
        <p:grpSpPr>
          <a:xfrm rot="16200000">
            <a:off x="-6288" y="2658307"/>
            <a:ext cx="7572500" cy="5245769"/>
            <a:chOff x="513795" y="2514600"/>
            <a:chExt cx="8570047" cy="4809066"/>
          </a:xfrm>
        </p:grpSpPr>
        <p:pic>
          <p:nvPicPr>
            <p:cNvPr id="178" name="pic"/>
            <p:cNvPicPr>
              <a:picLocks noChangeAspect="1"/>
            </p:cNvPicPr>
            <p:nvPr userDrawn="1"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>
            <a:xfrm>
              <a:off x="4160413" y="6736588"/>
              <a:ext cx="133546" cy="133546"/>
            </a:xfrm>
            <a:prstGeom prst="rect">
              <a:avLst/>
            </a:prstGeom>
          </p:spPr>
        </p:pic>
        <p:pic>
          <p:nvPicPr>
            <p:cNvPr id="179" name="pic"/>
            <p:cNvPicPr>
              <a:picLocks noChangeAspect="1"/>
            </p:cNvPicPr>
            <p:nvPr userDrawn="1"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>
            <a:xfrm>
              <a:off x="4703916" y="4050230"/>
              <a:ext cx="133546" cy="133546"/>
            </a:xfrm>
            <a:prstGeom prst="rect">
              <a:avLst/>
            </a:prstGeom>
          </p:spPr>
        </p:pic>
        <p:pic>
          <p:nvPicPr>
            <p:cNvPr id="180" name="pic"/>
            <p:cNvPicPr>
              <a:picLocks noChangeAspect="1"/>
            </p:cNvPicPr>
            <p:nvPr userDrawn="1"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>
            <a:xfrm>
              <a:off x="2667471" y="3057086"/>
              <a:ext cx="133546" cy="133546"/>
            </a:xfrm>
            <a:prstGeom prst="rect">
              <a:avLst/>
            </a:prstGeom>
          </p:spPr>
        </p:pic>
        <p:sp>
          <p:nvSpPr>
            <p:cNvPr id="181" name="순서도: 처리 180"/>
            <p:cNvSpPr/>
            <p:nvPr userDrawn="1"/>
          </p:nvSpPr>
          <p:spPr>
            <a:xfrm>
              <a:off x="2032769" y="4262641"/>
              <a:ext cx="175044" cy="359365"/>
            </a:xfrm>
            <a:prstGeom prst="flowChartProcess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pic>
          <p:nvPicPr>
            <p:cNvPr id="182" name="그림 181"/>
            <p:cNvPicPr>
              <a:picLocks noChangeAspect="1"/>
            </p:cNvPicPr>
            <p:nvPr userDrawn="1"/>
          </p:nvPicPr>
          <p:blipFill>
            <a:blip r:embed="rId8"/>
            <a:stretch>
              <a:fillRect/>
            </a:stretch>
          </p:blipFill>
          <p:spPr>
            <a:xfrm>
              <a:off x="3183514" y="5205413"/>
              <a:ext cx="276264" cy="107155"/>
            </a:xfrm>
            <a:prstGeom prst="rect">
              <a:avLst/>
            </a:prstGeom>
          </p:spPr>
        </p:pic>
        <p:pic>
          <p:nvPicPr>
            <p:cNvPr id="183" name="pic"/>
            <p:cNvPicPr>
              <a:picLocks noChangeAspect="1"/>
            </p:cNvPicPr>
            <p:nvPr userDrawn="1"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>
            <a:xfrm>
              <a:off x="513795" y="2514600"/>
              <a:ext cx="8570047" cy="4809066"/>
            </a:xfrm>
            <a:prstGeom prst="rect">
              <a:avLst/>
            </a:prstGeom>
          </p:spPr>
        </p:pic>
        <p:sp>
          <p:nvSpPr>
            <p:cNvPr id="184" name="순서도: 처리 183"/>
            <p:cNvSpPr/>
            <p:nvPr userDrawn="1"/>
          </p:nvSpPr>
          <p:spPr>
            <a:xfrm>
              <a:off x="3101716" y="4227308"/>
              <a:ext cx="144175" cy="984431"/>
            </a:xfrm>
            <a:prstGeom prst="flowChartProcess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85" name="순서도: 처리 184"/>
            <p:cNvSpPr/>
            <p:nvPr userDrawn="1"/>
          </p:nvSpPr>
          <p:spPr>
            <a:xfrm flipH="1">
              <a:off x="3384726" y="4224145"/>
              <a:ext cx="25200" cy="984431"/>
            </a:xfrm>
            <a:prstGeom prst="flowChartProcess">
              <a:avLst/>
            </a:prstGeom>
            <a:solidFill>
              <a:schemeClr val="bg1"/>
            </a:solidFill>
            <a:ln w="254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186" name="순서도: 처리 185"/>
            <p:cNvSpPr/>
            <p:nvPr userDrawn="1"/>
          </p:nvSpPr>
          <p:spPr>
            <a:xfrm>
              <a:off x="3249083" y="4051923"/>
              <a:ext cx="239716" cy="193051"/>
            </a:xfrm>
            <a:prstGeom prst="flowChartProcess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87" name="직사각형 186"/>
            <p:cNvSpPr/>
            <p:nvPr userDrawn="1"/>
          </p:nvSpPr>
          <p:spPr>
            <a:xfrm>
              <a:off x="7884711" y="4488095"/>
              <a:ext cx="218103" cy="167726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88" name="순서도: 처리 187"/>
            <p:cNvSpPr/>
            <p:nvPr userDrawn="1"/>
          </p:nvSpPr>
          <p:spPr>
            <a:xfrm>
              <a:off x="3457575" y="5991225"/>
              <a:ext cx="175044" cy="292100"/>
            </a:xfrm>
            <a:prstGeom prst="flowChartProcess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pic>
          <p:nvPicPr>
            <p:cNvPr id="189" name="pic"/>
            <p:cNvPicPr>
              <a:picLocks noChangeAspect="1"/>
            </p:cNvPicPr>
            <p:nvPr userDrawn="1"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>
            <a:xfrm>
              <a:off x="2596414" y="6621322"/>
              <a:ext cx="120515" cy="274526"/>
            </a:xfrm>
            <a:prstGeom prst="rect">
              <a:avLst/>
            </a:prstGeom>
          </p:spPr>
        </p:pic>
        <p:pic>
          <p:nvPicPr>
            <p:cNvPr id="190" name="pic"/>
            <p:cNvPicPr>
              <a:picLocks noChangeAspect="1"/>
            </p:cNvPicPr>
            <p:nvPr userDrawn="1"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>
            <a:xfrm>
              <a:off x="1294016" y="3306353"/>
              <a:ext cx="120515" cy="274526"/>
            </a:xfrm>
            <a:prstGeom prst="rect">
              <a:avLst/>
            </a:prstGeom>
          </p:spPr>
        </p:pic>
        <p:pic>
          <p:nvPicPr>
            <p:cNvPr id="191" name="pic"/>
            <p:cNvPicPr>
              <a:picLocks noChangeAspect="1"/>
            </p:cNvPicPr>
            <p:nvPr userDrawn="1"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>
            <a:xfrm>
              <a:off x="4962901" y="3350168"/>
              <a:ext cx="120515" cy="274526"/>
            </a:xfrm>
            <a:prstGeom prst="rect">
              <a:avLst/>
            </a:prstGeom>
          </p:spPr>
        </p:pic>
        <p:pic>
          <p:nvPicPr>
            <p:cNvPr id="192" name="pic"/>
            <p:cNvPicPr>
              <a:picLocks noChangeAspect="1"/>
            </p:cNvPicPr>
            <p:nvPr userDrawn="1"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>
            <a:xfrm>
              <a:off x="940568" y="5833588"/>
              <a:ext cx="120515" cy="274526"/>
            </a:xfrm>
            <a:prstGeom prst="rect">
              <a:avLst/>
            </a:prstGeom>
          </p:spPr>
        </p:pic>
        <p:pic>
          <p:nvPicPr>
            <p:cNvPr id="193" name="pic"/>
            <p:cNvPicPr>
              <a:picLocks noChangeAspect="1"/>
            </p:cNvPicPr>
            <p:nvPr userDrawn="1"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>
            <a:xfrm>
              <a:off x="1105018" y="6319631"/>
              <a:ext cx="120515" cy="274526"/>
            </a:xfrm>
            <a:prstGeom prst="rect">
              <a:avLst/>
            </a:prstGeom>
          </p:spPr>
        </p:pic>
        <p:pic>
          <p:nvPicPr>
            <p:cNvPr id="194" name="pic"/>
            <p:cNvPicPr>
              <a:picLocks noChangeAspect="1"/>
            </p:cNvPicPr>
            <p:nvPr userDrawn="1"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>
            <a:xfrm>
              <a:off x="1114931" y="5151943"/>
              <a:ext cx="120515" cy="274526"/>
            </a:xfrm>
            <a:prstGeom prst="rect">
              <a:avLst/>
            </a:prstGeom>
          </p:spPr>
        </p:pic>
        <p:pic>
          <p:nvPicPr>
            <p:cNvPr id="195" name="pic"/>
            <p:cNvPicPr>
              <a:picLocks noChangeAspect="1"/>
            </p:cNvPicPr>
            <p:nvPr userDrawn="1"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>
            <a:xfrm>
              <a:off x="1643851" y="3932543"/>
              <a:ext cx="120515" cy="274526"/>
            </a:xfrm>
            <a:prstGeom prst="rect">
              <a:avLst/>
            </a:prstGeom>
          </p:spPr>
        </p:pic>
        <p:pic>
          <p:nvPicPr>
            <p:cNvPr id="196" name="pic"/>
            <p:cNvPicPr>
              <a:picLocks noChangeAspect="1"/>
            </p:cNvPicPr>
            <p:nvPr userDrawn="1"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>
            <a:xfrm>
              <a:off x="2926255" y="3932543"/>
              <a:ext cx="120515" cy="274526"/>
            </a:xfrm>
            <a:prstGeom prst="rect">
              <a:avLst/>
            </a:prstGeom>
          </p:spPr>
        </p:pic>
        <p:pic>
          <p:nvPicPr>
            <p:cNvPr id="197" name="pic"/>
            <p:cNvPicPr>
              <a:picLocks noChangeAspect="1"/>
            </p:cNvPicPr>
            <p:nvPr userDrawn="1"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>
            <a:xfrm>
              <a:off x="2645961" y="5234651"/>
              <a:ext cx="120515" cy="274526"/>
            </a:xfrm>
            <a:prstGeom prst="rect">
              <a:avLst/>
            </a:prstGeom>
          </p:spPr>
        </p:pic>
        <p:sp>
          <p:nvSpPr>
            <p:cNvPr id="198" name="순서도: 처리 197"/>
            <p:cNvSpPr/>
            <p:nvPr userDrawn="1"/>
          </p:nvSpPr>
          <p:spPr>
            <a:xfrm>
              <a:off x="2266950" y="5299074"/>
              <a:ext cx="175044" cy="200025"/>
            </a:xfrm>
            <a:prstGeom prst="flowChartProcess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pic>
          <p:nvPicPr>
            <p:cNvPr id="199" name="그림 198"/>
            <p:cNvPicPr>
              <a:picLocks noChangeAspect="1"/>
            </p:cNvPicPr>
            <p:nvPr userDrawn="1"/>
          </p:nvPicPr>
          <p:blipFill>
            <a:blip r:embed="rId10"/>
            <a:stretch>
              <a:fillRect/>
            </a:stretch>
          </p:blipFill>
          <p:spPr>
            <a:xfrm>
              <a:off x="2207418" y="5461925"/>
              <a:ext cx="164387" cy="228852"/>
            </a:xfrm>
            <a:prstGeom prst="rect">
              <a:avLst/>
            </a:prstGeom>
          </p:spPr>
        </p:pic>
        <p:pic>
          <p:nvPicPr>
            <p:cNvPr id="200" name="그림 199"/>
            <p:cNvPicPr>
              <a:picLocks noChangeAspect="1"/>
            </p:cNvPicPr>
            <p:nvPr userDrawn="1"/>
          </p:nvPicPr>
          <p:blipFill>
            <a:blip r:embed="rId10"/>
            <a:stretch>
              <a:fillRect/>
            </a:stretch>
          </p:blipFill>
          <p:spPr>
            <a:xfrm>
              <a:off x="2391731" y="5461925"/>
              <a:ext cx="164387" cy="228852"/>
            </a:xfrm>
            <a:prstGeom prst="rect">
              <a:avLst/>
            </a:prstGeom>
          </p:spPr>
        </p:pic>
        <p:pic>
          <p:nvPicPr>
            <p:cNvPr id="201" name="그림 200"/>
            <p:cNvPicPr>
              <a:picLocks noChangeAspect="1"/>
            </p:cNvPicPr>
            <p:nvPr userDrawn="1"/>
          </p:nvPicPr>
          <p:blipFill>
            <a:blip r:embed="rId11"/>
            <a:stretch>
              <a:fillRect/>
            </a:stretch>
          </p:blipFill>
          <p:spPr>
            <a:xfrm>
              <a:off x="2012592" y="5201563"/>
              <a:ext cx="400106" cy="116601"/>
            </a:xfrm>
            <a:prstGeom prst="rect">
              <a:avLst/>
            </a:prstGeom>
          </p:spPr>
        </p:pic>
        <p:pic>
          <p:nvPicPr>
            <p:cNvPr id="202" name="pic"/>
            <p:cNvPicPr>
              <a:picLocks noChangeAspect="1"/>
            </p:cNvPicPr>
            <p:nvPr userDrawn="1"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>
            <a:xfrm>
              <a:off x="4006381" y="5249485"/>
              <a:ext cx="120515" cy="274526"/>
            </a:xfrm>
            <a:prstGeom prst="rect">
              <a:avLst/>
            </a:prstGeom>
          </p:spPr>
        </p:pic>
        <p:pic>
          <p:nvPicPr>
            <p:cNvPr id="203" name="pic"/>
            <p:cNvPicPr>
              <a:picLocks noChangeAspect="1"/>
            </p:cNvPicPr>
            <p:nvPr userDrawn="1"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>
            <a:xfrm>
              <a:off x="4426593" y="4083839"/>
              <a:ext cx="120515" cy="274526"/>
            </a:xfrm>
            <a:prstGeom prst="rect">
              <a:avLst/>
            </a:prstGeom>
          </p:spPr>
        </p:pic>
        <p:pic>
          <p:nvPicPr>
            <p:cNvPr id="204" name="pic"/>
            <p:cNvPicPr>
              <a:picLocks noChangeAspect="1"/>
            </p:cNvPicPr>
            <p:nvPr userDrawn="1"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>
            <a:xfrm>
              <a:off x="3765804" y="4626838"/>
              <a:ext cx="120515" cy="274526"/>
            </a:xfrm>
            <a:prstGeom prst="rect">
              <a:avLst/>
            </a:prstGeom>
          </p:spPr>
        </p:pic>
        <p:pic>
          <p:nvPicPr>
            <p:cNvPr id="205" name="pic"/>
            <p:cNvPicPr>
              <a:picLocks noChangeAspect="1"/>
            </p:cNvPicPr>
            <p:nvPr userDrawn="1"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>
            <a:xfrm>
              <a:off x="3561384" y="5225766"/>
              <a:ext cx="120515" cy="274526"/>
            </a:xfrm>
            <a:prstGeom prst="rect">
              <a:avLst/>
            </a:prstGeom>
          </p:spPr>
        </p:pic>
        <p:pic>
          <p:nvPicPr>
            <p:cNvPr id="206" name="pic"/>
            <p:cNvPicPr>
              <a:picLocks noChangeAspect="1"/>
            </p:cNvPicPr>
            <p:nvPr userDrawn="1"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>
            <a:xfrm>
              <a:off x="3590613" y="4960224"/>
              <a:ext cx="120515" cy="274526"/>
            </a:xfrm>
            <a:prstGeom prst="rect">
              <a:avLst/>
            </a:prstGeom>
          </p:spPr>
        </p:pic>
        <p:pic>
          <p:nvPicPr>
            <p:cNvPr id="207" name="pic"/>
            <p:cNvPicPr>
              <a:picLocks noChangeAspect="1"/>
            </p:cNvPicPr>
            <p:nvPr userDrawn="1"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>
            <a:xfrm>
              <a:off x="1790795" y="4963011"/>
              <a:ext cx="120515" cy="274526"/>
            </a:xfrm>
            <a:prstGeom prst="rect">
              <a:avLst/>
            </a:prstGeom>
          </p:spPr>
        </p:pic>
        <p:pic>
          <p:nvPicPr>
            <p:cNvPr id="208" name="pic"/>
            <p:cNvPicPr>
              <a:picLocks noChangeAspect="1"/>
            </p:cNvPicPr>
            <p:nvPr userDrawn="1"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>
            <a:xfrm>
              <a:off x="1789043" y="3932543"/>
              <a:ext cx="120515" cy="274526"/>
            </a:xfrm>
            <a:prstGeom prst="rect">
              <a:avLst/>
            </a:prstGeom>
          </p:spPr>
        </p:pic>
        <p:sp>
          <p:nvSpPr>
            <p:cNvPr id="209" name="순서도: 처리 208"/>
            <p:cNvSpPr/>
            <p:nvPr userDrawn="1"/>
          </p:nvSpPr>
          <p:spPr>
            <a:xfrm>
              <a:off x="2116191" y="4055596"/>
              <a:ext cx="233034" cy="187375"/>
            </a:xfrm>
            <a:prstGeom prst="flowChartProcess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pic>
          <p:nvPicPr>
            <p:cNvPr id="210" name="pic"/>
            <p:cNvPicPr>
              <a:picLocks noChangeAspect="1"/>
            </p:cNvPicPr>
            <p:nvPr userDrawn="1"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>
            <a:xfrm>
              <a:off x="2180456" y="3935567"/>
              <a:ext cx="120515" cy="274526"/>
            </a:xfrm>
            <a:prstGeom prst="rect">
              <a:avLst/>
            </a:prstGeom>
          </p:spPr>
        </p:pic>
        <p:pic>
          <p:nvPicPr>
            <p:cNvPr id="211" name="pic"/>
            <p:cNvPicPr>
              <a:picLocks noChangeAspect="1"/>
            </p:cNvPicPr>
            <p:nvPr userDrawn="1"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>
            <a:xfrm>
              <a:off x="3590613" y="3957466"/>
              <a:ext cx="120515" cy="274526"/>
            </a:xfrm>
            <a:prstGeom prst="rect">
              <a:avLst/>
            </a:prstGeom>
          </p:spPr>
        </p:pic>
        <p:pic>
          <p:nvPicPr>
            <p:cNvPr id="212" name="그림 211"/>
            <p:cNvPicPr>
              <a:picLocks noChangeAspect="1"/>
            </p:cNvPicPr>
            <p:nvPr userDrawn="1"/>
          </p:nvPicPr>
          <p:blipFill>
            <a:blip r:embed="rId12"/>
            <a:stretch>
              <a:fillRect/>
            </a:stretch>
          </p:blipFill>
          <p:spPr>
            <a:xfrm>
              <a:off x="1899876" y="4267200"/>
              <a:ext cx="132893" cy="958478"/>
            </a:xfrm>
            <a:prstGeom prst="rect">
              <a:avLst/>
            </a:prstGeom>
          </p:spPr>
        </p:pic>
        <p:pic>
          <p:nvPicPr>
            <p:cNvPr id="213" name="그림 212"/>
            <p:cNvPicPr>
              <a:picLocks noChangeAspect="1"/>
            </p:cNvPicPr>
            <p:nvPr userDrawn="1"/>
          </p:nvPicPr>
          <p:blipFill>
            <a:blip r:embed="rId13"/>
            <a:stretch>
              <a:fillRect/>
            </a:stretch>
          </p:blipFill>
          <p:spPr>
            <a:xfrm>
              <a:off x="3186875" y="4268164"/>
              <a:ext cx="204021" cy="944391"/>
            </a:xfrm>
            <a:prstGeom prst="rect">
              <a:avLst/>
            </a:prstGeom>
          </p:spPr>
        </p:pic>
        <p:pic>
          <p:nvPicPr>
            <p:cNvPr id="214" name="그림 213"/>
            <p:cNvPicPr>
              <a:picLocks noChangeAspect="1"/>
            </p:cNvPicPr>
            <p:nvPr userDrawn="1"/>
          </p:nvPicPr>
          <p:blipFill>
            <a:blip r:embed="rId14"/>
            <a:stretch>
              <a:fillRect/>
            </a:stretch>
          </p:blipFill>
          <p:spPr>
            <a:xfrm>
              <a:off x="2756230" y="4255232"/>
              <a:ext cx="210769" cy="958118"/>
            </a:xfrm>
            <a:prstGeom prst="rect">
              <a:avLst/>
            </a:prstGeom>
          </p:spPr>
        </p:pic>
        <p:pic>
          <p:nvPicPr>
            <p:cNvPr id="215" name="그림 214"/>
            <p:cNvPicPr>
              <a:picLocks noChangeAspect="1"/>
            </p:cNvPicPr>
            <p:nvPr userDrawn="1"/>
          </p:nvPicPr>
          <p:blipFill>
            <a:blip r:embed="rId15"/>
            <a:stretch>
              <a:fillRect/>
            </a:stretch>
          </p:blipFill>
          <p:spPr>
            <a:xfrm>
              <a:off x="2229361" y="4231992"/>
              <a:ext cx="324739" cy="983912"/>
            </a:xfrm>
            <a:prstGeom prst="rect">
              <a:avLst/>
            </a:prstGeom>
          </p:spPr>
        </p:pic>
        <p:sp>
          <p:nvSpPr>
            <p:cNvPr id="216" name="순서도: 처리 215"/>
            <p:cNvSpPr/>
            <p:nvPr userDrawn="1"/>
          </p:nvSpPr>
          <p:spPr>
            <a:xfrm>
              <a:off x="2553694" y="4210455"/>
              <a:ext cx="220546" cy="984431"/>
            </a:xfrm>
            <a:prstGeom prst="flowChartProcess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pic>
          <p:nvPicPr>
            <p:cNvPr id="217" name="pic"/>
            <p:cNvPicPr>
              <a:picLocks noChangeAspect="1"/>
            </p:cNvPicPr>
            <p:nvPr userDrawn="1"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>
            <a:xfrm>
              <a:off x="2172450" y="4955989"/>
              <a:ext cx="120515" cy="274526"/>
            </a:xfrm>
            <a:prstGeom prst="rect">
              <a:avLst/>
            </a:prstGeom>
          </p:spPr>
        </p:pic>
        <p:pic>
          <p:nvPicPr>
            <p:cNvPr id="218" name="pic"/>
            <p:cNvPicPr>
              <a:picLocks noChangeAspect="1"/>
            </p:cNvPicPr>
            <p:nvPr userDrawn="1"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>
            <a:xfrm>
              <a:off x="3108871" y="4963011"/>
              <a:ext cx="120515" cy="274526"/>
            </a:xfrm>
            <a:prstGeom prst="rect">
              <a:avLst/>
            </a:prstGeom>
          </p:spPr>
        </p:pic>
      </p:grpSp>
      <p:sp>
        <p:nvSpPr>
          <p:cNvPr id="172" name="TextBox 171"/>
          <p:cNvSpPr txBox="1"/>
          <p:nvPr userDrawn="1"/>
        </p:nvSpPr>
        <p:spPr>
          <a:xfrm>
            <a:off x="2991466" y="7008994"/>
            <a:ext cx="90281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400" b="1" dirty="0" err="1" smtClean="0"/>
              <a:t>조각기실</a:t>
            </a:r>
            <a:endParaRPr lang="ko-KR" altLang="en-US" sz="1400" b="1" dirty="0"/>
          </a:p>
        </p:txBody>
      </p:sp>
    </p:spTree>
    <p:extLst>
      <p:ext uri="{BB962C8B-B14F-4D97-AF65-F5344CB8AC3E}">
        <p14:creationId xmlns:p14="http://schemas.microsoft.com/office/powerpoint/2010/main" val="3562303256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삼광윈테크_공장동_1층_서쪽">
    <p:bg>
      <p:bgPr>
        <a:solidFill>
          <a:srgbClr val="FF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직사각형 5"/>
          <p:cNvSpPr/>
          <p:nvPr userDrawn="1"/>
        </p:nvSpPr>
        <p:spPr>
          <a:xfrm>
            <a:off x="385512" y="1353038"/>
            <a:ext cx="12031077" cy="7734716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2117"/>
          </a:p>
        </p:txBody>
      </p:sp>
      <p:sp>
        <p:nvSpPr>
          <p:cNvPr id="7" name="TextBox 6"/>
          <p:cNvSpPr txBox="1"/>
          <p:nvPr userDrawn="1"/>
        </p:nvSpPr>
        <p:spPr>
          <a:xfrm>
            <a:off x="385512" y="361525"/>
            <a:ext cx="4031873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6000" b="1" dirty="0" err="1" smtClean="0">
                <a:solidFill>
                  <a:schemeClr val="bg1"/>
                </a:solidFill>
              </a:rPr>
              <a:t>피난안내도</a:t>
            </a:r>
            <a:endParaRPr lang="ko-KR" altLang="en-US" sz="6000" b="1" dirty="0">
              <a:solidFill>
                <a:schemeClr val="bg1"/>
              </a:solidFill>
            </a:endParaRPr>
          </a:p>
        </p:txBody>
      </p:sp>
      <p:sp>
        <p:nvSpPr>
          <p:cNvPr id="8" name="TextBox 7"/>
          <p:cNvSpPr txBox="1"/>
          <p:nvPr userDrawn="1"/>
        </p:nvSpPr>
        <p:spPr>
          <a:xfrm>
            <a:off x="4417385" y="497395"/>
            <a:ext cx="3750322" cy="74392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117" b="1" dirty="0" smtClean="0">
                <a:solidFill>
                  <a:schemeClr val="bg1"/>
                </a:solidFill>
              </a:rPr>
              <a:t>Emergency</a:t>
            </a:r>
            <a:r>
              <a:rPr lang="en-US" altLang="ko-KR" sz="2117" b="1" baseline="0" dirty="0" smtClean="0">
                <a:solidFill>
                  <a:schemeClr val="bg1"/>
                </a:solidFill>
              </a:rPr>
              <a:t> Evacuation map</a:t>
            </a:r>
          </a:p>
          <a:p>
            <a:pPr marL="0" marR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vi-VN" altLang="ko-KR" sz="2117" b="1" dirty="0" smtClean="0">
                <a:solidFill>
                  <a:schemeClr val="bg1"/>
                </a:solidFill>
              </a:rPr>
              <a:t>Sơ đồ thoát hiểm khẩn cấp</a:t>
            </a:r>
          </a:p>
        </p:txBody>
      </p:sp>
      <p:pic>
        <p:nvPicPr>
          <p:cNvPr id="10" name="pic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6752638" y="6423833"/>
            <a:ext cx="393649" cy="393649"/>
          </a:xfrm>
          <a:prstGeom prst="rect">
            <a:avLst/>
          </a:prstGeom>
        </p:spPr>
      </p:pic>
      <p:pic>
        <p:nvPicPr>
          <p:cNvPr id="11" name="pic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6818374" y="5414285"/>
            <a:ext cx="262174" cy="447168"/>
          </a:xfrm>
          <a:prstGeom prst="rect">
            <a:avLst/>
          </a:prstGeom>
        </p:spPr>
      </p:pic>
      <p:pic>
        <p:nvPicPr>
          <p:cNvPr id="12" name="pic"/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6752638" y="3496231"/>
            <a:ext cx="393649" cy="393649"/>
          </a:xfrm>
          <a:prstGeom prst="rect">
            <a:avLst/>
          </a:prstGeom>
        </p:spPr>
      </p:pic>
      <p:pic>
        <p:nvPicPr>
          <p:cNvPr id="13" name="pic"/>
          <p:cNvPicPr>
            <a:picLocks noChangeAspect="1"/>
          </p:cNvPicPr>
          <p:nvPr userDrawn="1"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423" t="-3893" r="21147" b="36695"/>
          <a:stretch/>
        </p:blipFill>
        <p:spPr>
          <a:xfrm rot="10800000">
            <a:off x="6640591" y="4494694"/>
            <a:ext cx="617742" cy="356920"/>
          </a:xfrm>
          <a:prstGeom prst="rect">
            <a:avLst/>
          </a:prstGeom>
        </p:spPr>
      </p:pic>
      <p:pic>
        <p:nvPicPr>
          <p:cNvPr id="14" name="pic"/>
          <p:cNvPicPr>
            <a:picLocks noChangeAspect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6830761" y="2477885"/>
            <a:ext cx="239498" cy="447168"/>
          </a:xfrm>
          <a:prstGeom prst="rect">
            <a:avLst/>
          </a:prstGeom>
        </p:spPr>
      </p:pic>
      <p:pic>
        <p:nvPicPr>
          <p:cNvPr id="16" name="그림 15"/>
          <p:cNvPicPr>
            <a:picLocks noChangeAspect="1"/>
          </p:cNvPicPr>
          <p:nvPr userDrawn="1"/>
        </p:nvPicPr>
        <p:blipFill>
          <a:blip r:embed="rId7"/>
          <a:stretch>
            <a:fillRect/>
          </a:stretch>
        </p:blipFill>
        <p:spPr>
          <a:xfrm>
            <a:off x="9083842" y="1806569"/>
            <a:ext cx="3078925" cy="6643453"/>
          </a:xfrm>
          <a:prstGeom prst="rect">
            <a:avLst/>
          </a:prstGeom>
        </p:spPr>
      </p:pic>
      <p:sp>
        <p:nvSpPr>
          <p:cNvPr id="4" name="직사각형 3"/>
          <p:cNvSpPr/>
          <p:nvPr userDrawn="1"/>
        </p:nvSpPr>
        <p:spPr>
          <a:xfrm>
            <a:off x="7324081" y="2378304"/>
            <a:ext cx="1164229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ko-KR" altLang="en-US" sz="1200" b="1" dirty="0" err="1" smtClean="0">
                <a:latin typeface="+mn-ea"/>
                <a:ea typeface="+mn-ea"/>
              </a:rPr>
              <a:t>현위치</a:t>
            </a:r>
            <a:endParaRPr lang="en-US" altLang="ko-KR" sz="1200" b="1" dirty="0" smtClean="0">
              <a:latin typeface="+mn-ea"/>
              <a:ea typeface="+mn-ea"/>
            </a:endParaRPr>
          </a:p>
          <a:p>
            <a:pPr algn="ctr"/>
            <a:r>
              <a:rPr lang="en-US" altLang="ko-KR" sz="1200" b="1" dirty="0" smtClean="0"/>
              <a:t>(</a:t>
            </a:r>
            <a:r>
              <a:rPr lang="en-US" altLang="ko-KR" sz="1200" b="1" dirty="0" err="1" smtClean="0"/>
              <a:t>Vị</a:t>
            </a:r>
            <a:r>
              <a:rPr lang="en-US" altLang="ko-KR" sz="1200" b="1" dirty="0" smtClean="0"/>
              <a:t> </a:t>
            </a:r>
            <a:r>
              <a:rPr lang="en-US" altLang="ko-KR" sz="1200" b="1" dirty="0" err="1" smtClean="0"/>
              <a:t>trí</a:t>
            </a:r>
            <a:r>
              <a:rPr lang="en-US" altLang="ko-KR" sz="1200" b="1" dirty="0" smtClean="0"/>
              <a:t> </a:t>
            </a:r>
            <a:r>
              <a:rPr lang="en-US" altLang="ko-KR" sz="1200" b="1" dirty="0" err="1" smtClean="0"/>
              <a:t>hiện</a:t>
            </a:r>
            <a:r>
              <a:rPr lang="en-US" altLang="ko-KR" sz="1200" b="1" dirty="0" smtClean="0"/>
              <a:t> </a:t>
            </a:r>
            <a:r>
              <a:rPr lang="en-US" altLang="ko-KR" sz="1200" b="1" dirty="0" err="1" smtClean="0"/>
              <a:t>tại</a:t>
            </a:r>
            <a:r>
              <a:rPr lang="en-US" altLang="ko-KR" sz="1200" b="1" dirty="0" smtClean="0"/>
              <a:t>)</a:t>
            </a:r>
            <a:r>
              <a:rPr lang="ko-KR" altLang="en-US" sz="1200" b="1" dirty="0" smtClean="0">
                <a:latin typeface="+mn-ea"/>
                <a:ea typeface="+mn-ea"/>
              </a:rPr>
              <a:t> </a:t>
            </a:r>
            <a:endParaRPr lang="en-US" altLang="ko-KR" sz="1200" b="1" dirty="0" smtClean="0">
              <a:latin typeface="+mn-ea"/>
              <a:ea typeface="+mn-ea"/>
            </a:endParaRPr>
          </a:p>
          <a:p>
            <a:pPr algn="ctr"/>
            <a:r>
              <a:rPr lang="en-US" altLang="ko-KR" sz="1200" b="1" dirty="0" smtClean="0"/>
              <a:t>(You Are Here)</a:t>
            </a:r>
            <a:endParaRPr lang="ko-KR" altLang="en-US" sz="1200" dirty="0"/>
          </a:p>
        </p:txBody>
      </p:sp>
      <p:sp>
        <p:nvSpPr>
          <p:cNvPr id="5" name="직사각형 4"/>
          <p:cNvSpPr/>
          <p:nvPr userDrawn="1"/>
        </p:nvSpPr>
        <p:spPr>
          <a:xfrm>
            <a:off x="7237212" y="3369889"/>
            <a:ext cx="1252009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ko-KR" altLang="en-US" sz="1200" b="1" dirty="0" smtClean="0">
                <a:latin typeface="+mn-ea"/>
                <a:ea typeface="+mn-ea"/>
              </a:rPr>
              <a:t> 비상구</a:t>
            </a:r>
            <a:endParaRPr lang="en-US" altLang="ko-KR" sz="1200" b="1" dirty="0" smtClean="0">
              <a:latin typeface="+mn-ea"/>
              <a:ea typeface="+mn-ea"/>
            </a:endParaRPr>
          </a:p>
          <a:p>
            <a:pPr algn="ctr"/>
            <a:r>
              <a:rPr lang="en-US" altLang="ko-KR" sz="1200" b="1" dirty="0" smtClean="0"/>
              <a:t>(</a:t>
            </a:r>
            <a:r>
              <a:rPr lang="en-US" altLang="ko-KR" sz="1200" b="1" dirty="0" err="1" smtClean="0"/>
              <a:t>Lối</a:t>
            </a:r>
            <a:r>
              <a:rPr lang="en-US" altLang="ko-KR" sz="1200" b="1" dirty="0" smtClean="0"/>
              <a:t> </a:t>
            </a:r>
            <a:r>
              <a:rPr lang="en-US" altLang="ko-KR" sz="1200" b="1" dirty="0" err="1" smtClean="0"/>
              <a:t>thoát</a:t>
            </a:r>
            <a:r>
              <a:rPr lang="en-US" altLang="ko-KR" sz="1200" b="1" dirty="0" smtClean="0"/>
              <a:t> </a:t>
            </a:r>
            <a:r>
              <a:rPr lang="en-US" altLang="ko-KR" sz="1200" b="1" dirty="0" err="1" smtClean="0"/>
              <a:t>hiểm</a:t>
            </a:r>
            <a:r>
              <a:rPr lang="en-US" altLang="ko-KR" sz="1200" b="1" dirty="0" smtClean="0"/>
              <a:t>)</a:t>
            </a:r>
          </a:p>
          <a:p>
            <a:pPr algn="ctr"/>
            <a:r>
              <a:rPr lang="en-US" altLang="ko-KR" sz="1200" b="1" dirty="0" smtClean="0"/>
              <a:t>(Emergency Exit)</a:t>
            </a:r>
            <a:endParaRPr lang="ko-KR" altLang="en-US" sz="1200" dirty="0"/>
          </a:p>
        </p:txBody>
      </p:sp>
      <p:sp>
        <p:nvSpPr>
          <p:cNvPr id="9" name="직사각형 8"/>
          <p:cNvSpPr/>
          <p:nvPr userDrawn="1"/>
        </p:nvSpPr>
        <p:spPr>
          <a:xfrm>
            <a:off x="7183103" y="4361474"/>
            <a:ext cx="1390765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ko-KR" altLang="en-US" sz="1200" b="1" dirty="0" err="1" smtClean="0">
                <a:latin typeface="+mn-ea"/>
                <a:ea typeface="+mn-ea"/>
              </a:rPr>
              <a:t>피난동선</a:t>
            </a:r>
            <a:endParaRPr lang="en-US" altLang="ko-KR" sz="1200" b="1" dirty="0" smtClean="0">
              <a:latin typeface="+mn-ea"/>
              <a:ea typeface="+mn-ea"/>
            </a:endParaRPr>
          </a:p>
          <a:p>
            <a:pPr algn="ctr"/>
            <a:r>
              <a:rPr lang="en-US" altLang="ko-KR" sz="1200" b="1" dirty="0" smtClean="0"/>
              <a:t>(</a:t>
            </a:r>
            <a:r>
              <a:rPr lang="en-US" altLang="ko-KR" sz="1200" b="1" dirty="0" err="1" smtClean="0"/>
              <a:t>Lối</a:t>
            </a:r>
            <a:r>
              <a:rPr lang="en-US" altLang="ko-KR" sz="1200" b="1" dirty="0" smtClean="0"/>
              <a:t> </a:t>
            </a:r>
            <a:r>
              <a:rPr lang="en-US" altLang="ko-KR" sz="1200" b="1" dirty="0" err="1" smtClean="0"/>
              <a:t>thoát</a:t>
            </a:r>
            <a:r>
              <a:rPr lang="en-US" altLang="ko-KR" sz="1200" b="1" dirty="0" smtClean="0"/>
              <a:t> </a:t>
            </a:r>
            <a:r>
              <a:rPr lang="en-US" altLang="ko-KR" sz="1200" b="1" dirty="0" err="1" smtClean="0"/>
              <a:t>nạn</a:t>
            </a:r>
            <a:r>
              <a:rPr lang="en-US" altLang="ko-KR" sz="1200" b="1" dirty="0" smtClean="0"/>
              <a:t>)</a:t>
            </a:r>
          </a:p>
          <a:p>
            <a:pPr algn="ctr"/>
            <a:r>
              <a:rPr lang="en-US" altLang="ko-KR" sz="1200" b="1" dirty="0" smtClean="0"/>
              <a:t>(Evacuation Route)</a:t>
            </a:r>
            <a:endParaRPr lang="ko-KR" altLang="en-US" sz="1200" dirty="0"/>
          </a:p>
        </p:txBody>
      </p:sp>
      <p:sp>
        <p:nvSpPr>
          <p:cNvPr id="19" name="직사각형 18"/>
          <p:cNvSpPr/>
          <p:nvPr userDrawn="1"/>
        </p:nvSpPr>
        <p:spPr>
          <a:xfrm>
            <a:off x="7258333" y="5279546"/>
            <a:ext cx="1346715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ko-KR" altLang="en-US" sz="1200" b="1" dirty="0" smtClean="0">
                <a:latin typeface="+mn-ea"/>
                <a:ea typeface="+mn-ea"/>
              </a:rPr>
              <a:t>소화기</a:t>
            </a:r>
            <a:endParaRPr lang="en-US" altLang="ko-KR" sz="1200" b="1" dirty="0" smtClean="0">
              <a:latin typeface="+mn-ea"/>
              <a:ea typeface="+mn-ea"/>
            </a:endParaRPr>
          </a:p>
          <a:p>
            <a:pPr algn="ctr"/>
            <a:r>
              <a:rPr lang="en-US" altLang="ko-KR" sz="1200" b="1" dirty="0" smtClean="0"/>
              <a:t>(</a:t>
            </a:r>
            <a:r>
              <a:rPr lang="en-US" altLang="ko-KR" sz="1200" b="1" dirty="0" err="1" smtClean="0"/>
              <a:t>Bình</a:t>
            </a:r>
            <a:r>
              <a:rPr lang="en-US" altLang="ko-KR" sz="1200" b="1" dirty="0" smtClean="0"/>
              <a:t> </a:t>
            </a:r>
            <a:r>
              <a:rPr lang="en-US" altLang="ko-KR" sz="1200" b="1" dirty="0" err="1" smtClean="0"/>
              <a:t>chữa</a:t>
            </a:r>
            <a:r>
              <a:rPr lang="en-US" altLang="ko-KR" sz="1200" b="1" dirty="0" smtClean="0"/>
              <a:t> </a:t>
            </a:r>
            <a:r>
              <a:rPr lang="en-US" altLang="ko-KR" sz="1200" b="1" dirty="0" err="1" smtClean="0"/>
              <a:t>cháy</a:t>
            </a:r>
            <a:r>
              <a:rPr lang="en-US" altLang="ko-KR" sz="1200" b="1" dirty="0" smtClean="0"/>
              <a:t>)</a:t>
            </a:r>
          </a:p>
          <a:p>
            <a:pPr algn="ctr"/>
            <a:r>
              <a:rPr lang="en-US" altLang="ko-KR" sz="1200" b="1" dirty="0" smtClean="0"/>
              <a:t>(Fire Extinguisher)</a:t>
            </a:r>
            <a:endParaRPr lang="ko-KR" altLang="en-US" sz="1200" dirty="0"/>
          </a:p>
        </p:txBody>
      </p:sp>
      <p:sp>
        <p:nvSpPr>
          <p:cNvPr id="20" name="직사각형 19"/>
          <p:cNvSpPr/>
          <p:nvPr userDrawn="1"/>
        </p:nvSpPr>
        <p:spPr>
          <a:xfrm>
            <a:off x="7320265" y="6289117"/>
            <a:ext cx="1171859" cy="83099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ko-KR" altLang="en-US" sz="1200" b="1" dirty="0" smtClean="0">
                <a:latin typeface="+mn-ea"/>
                <a:ea typeface="+mn-ea"/>
              </a:rPr>
              <a:t> </a:t>
            </a:r>
            <a:r>
              <a:rPr lang="ko-KR" altLang="en-US" sz="1200" b="1" dirty="0" err="1" smtClean="0">
                <a:latin typeface="+mn-ea"/>
                <a:ea typeface="+mn-ea"/>
              </a:rPr>
              <a:t>소화호스</a:t>
            </a:r>
            <a:endParaRPr lang="en-US" altLang="ko-KR" sz="1200" b="1" dirty="0" smtClean="0">
              <a:latin typeface="+mn-ea"/>
              <a:ea typeface="+mn-ea"/>
            </a:endParaRPr>
          </a:p>
          <a:p>
            <a:pPr marL="0" marR="0" indent="0" algn="ctr" defTabSz="1075334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200" b="1" dirty="0" smtClean="0"/>
              <a:t>(</a:t>
            </a:r>
            <a:r>
              <a:rPr lang="en-US" altLang="ko-KR" sz="1200" b="1" dirty="0" err="1" smtClean="0"/>
              <a:t>Vòi</a:t>
            </a:r>
            <a:r>
              <a:rPr lang="en-US" altLang="ko-KR" sz="1200" b="1" dirty="0" smtClean="0"/>
              <a:t> </a:t>
            </a:r>
            <a:r>
              <a:rPr lang="en-US" altLang="ko-KR" sz="1200" b="1" dirty="0" err="1" smtClean="0"/>
              <a:t>chữa</a:t>
            </a:r>
            <a:r>
              <a:rPr lang="en-US" altLang="ko-KR" sz="1200" b="1" dirty="0" smtClean="0"/>
              <a:t> </a:t>
            </a:r>
            <a:r>
              <a:rPr lang="en-US" altLang="ko-KR" sz="1200" b="1" dirty="0" err="1" smtClean="0"/>
              <a:t>cháy</a:t>
            </a:r>
            <a:r>
              <a:rPr lang="en-US" altLang="ko-KR" sz="1200" b="1" dirty="0" smtClean="0"/>
              <a:t>)</a:t>
            </a:r>
          </a:p>
          <a:p>
            <a:pPr marL="0" marR="0" indent="0" algn="ctr" defTabSz="1075334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200" b="1" dirty="0" smtClean="0"/>
              <a:t>(Fire Hose)</a:t>
            </a:r>
          </a:p>
          <a:p>
            <a:pPr algn="ctr"/>
            <a:endParaRPr lang="ko-KR" altLang="en-US" sz="1200" dirty="0"/>
          </a:p>
        </p:txBody>
      </p:sp>
      <p:sp>
        <p:nvSpPr>
          <p:cNvPr id="21" name="직사각형 20"/>
          <p:cNvSpPr/>
          <p:nvPr userDrawn="1"/>
        </p:nvSpPr>
        <p:spPr>
          <a:xfrm>
            <a:off x="6716521" y="2006526"/>
            <a:ext cx="859531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ko-KR" altLang="en-US" sz="1200" b="1" dirty="0" smtClean="0">
                <a:latin typeface="+mn-ea"/>
                <a:ea typeface="+mn-ea"/>
              </a:rPr>
              <a:t>범례 </a:t>
            </a:r>
            <a:r>
              <a:rPr lang="en-US" altLang="ko-KR" sz="1200" b="1" dirty="0" smtClean="0">
                <a:latin typeface="+mn-ea"/>
                <a:ea typeface="+mn-ea"/>
              </a:rPr>
              <a:t>:     </a:t>
            </a:r>
          </a:p>
        </p:txBody>
      </p:sp>
      <p:sp>
        <p:nvSpPr>
          <p:cNvPr id="31" name="TextBox 30"/>
          <p:cNvSpPr txBox="1"/>
          <p:nvPr userDrawn="1"/>
        </p:nvSpPr>
        <p:spPr>
          <a:xfrm>
            <a:off x="8247279" y="637453"/>
            <a:ext cx="427232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ko-KR" altLang="en-US" sz="3200" b="1" dirty="0" err="1" smtClean="0">
                <a:solidFill>
                  <a:schemeClr val="bg1"/>
                </a:solidFill>
              </a:rPr>
              <a:t>삼광윈테크</a:t>
            </a:r>
            <a:r>
              <a:rPr lang="ko-KR" altLang="en-US" sz="3200" b="1" dirty="0" smtClean="0">
                <a:solidFill>
                  <a:schemeClr val="bg1"/>
                </a:solidFill>
              </a:rPr>
              <a:t> </a:t>
            </a:r>
            <a:r>
              <a:rPr lang="ko-KR" altLang="en-US" sz="3200" b="1" dirty="0" err="1" smtClean="0">
                <a:solidFill>
                  <a:schemeClr val="bg1"/>
                </a:solidFill>
              </a:rPr>
              <a:t>공장동</a:t>
            </a:r>
            <a:r>
              <a:rPr lang="ko-KR" altLang="en-US" sz="3200" b="1" dirty="0" smtClean="0">
                <a:solidFill>
                  <a:schemeClr val="bg1"/>
                </a:solidFill>
              </a:rPr>
              <a:t> </a:t>
            </a:r>
            <a:r>
              <a:rPr lang="en-US" altLang="ko-KR" sz="3200" b="1" dirty="0" smtClean="0">
                <a:solidFill>
                  <a:schemeClr val="bg1"/>
                </a:solidFill>
              </a:rPr>
              <a:t>1</a:t>
            </a:r>
            <a:r>
              <a:rPr lang="ko-KR" altLang="en-US" sz="3200" b="1" dirty="0" smtClean="0">
                <a:solidFill>
                  <a:schemeClr val="bg1"/>
                </a:solidFill>
              </a:rPr>
              <a:t>층</a:t>
            </a:r>
            <a:endParaRPr lang="ko-KR" altLang="en-US" sz="3200" b="1" dirty="0">
              <a:solidFill>
                <a:schemeClr val="bg1"/>
              </a:solidFill>
            </a:endParaRPr>
          </a:p>
        </p:txBody>
      </p:sp>
      <p:sp>
        <p:nvSpPr>
          <p:cNvPr id="23" name="TextBox 22"/>
          <p:cNvSpPr txBox="1"/>
          <p:nvPr userDrawn="1"/>
        </p:nvSpPr>
        <p:spPr>
          <a:xfrm>
            <a:off x="2387493" y="6550726"/>
            <a:ext cx="72327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400" b="1" dirty="0" err="1" smtClean="0"/>
              <a:t>사출실</a:t>
            </a:r>
            <a:endParaRPr lang="ko-KR" altLang="en-US" sz="1400" b="1" dirty="0"/>
          </a:p>
        </p:txBody>
      </p:sp>
      <p:sp>
        <p:nvSpPr>
          <p:cNvPr id="24" name="TextBox 23"/>
          <p:cNvSpPr txBox="1"/>
          <p:nvPr userDrawn="1"/>
        </p:nvSpPr>
        <p:spPr>
          <a:xfrm>
            <a:off x="2236956" y="4376862"/>
            <a:ext cx="70493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b="1" dirty="0" smtClean="0"/>
              <a:t>MCT</a:t>
            </a:r>
            <a:r>
              <a:rPr lang="ko-KR" altLang="en-US" sz="1400" b="1" dirty="0" smtClean="0"/>
              <a:t>실</a:t>
            </a:r>
            <a:endParaRPr lang="ko-KR" altLang="en-US" sz="1400" b="1" dirty="0"/>
          </a:p>
        </p:txBody>
      </p:sp>
      <p:sp>
        <p:nvSpPr>
          <p:cNvPr id="25" name="TextBox 24"/>
          <p:cNvSpPr txBox="1"/>
          <p:nvPr userDrawn="1"/>
        </p:nvSpPr>
        <p:spPr>
          <a:xfrm>
            <a:off x="3758677" y="3469840"/>
            <a:ext cx="90281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400" b="1" dirty="0" err="1" smtClean="0"/>
              <a:t>조각기실</a:t>
            </a:r>
            <a:endParaRPr lang="ko-KR" altLang="en-US" sz="1400" b="1" dirty="0"/>
          </a:p>
        </p:txBody>
      </p:sp>
      <p:sp>
        <p:nvSpPr>
          <p:cNvPr id="26" name="TextBox 25"/>
          <p:cNvSpPr txBox="1"/>
          <p:nvPr userDrawn="1"/>
        </p:nvSpPr>
        <p:spPr>
          <a:xfrm>
            <a:off x="4825375" y="3369889"/>
            <a:ext cx="108234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400" b="1" dirty="0" err="1" smtClean="0"/>
              <a:t>제품검사실</a:t>
            </a:r>
            <a:endParaRPr lang="ko-KR" altLang="en-US" sz="1400" b="1" dirty="0"/>
          </a:p>
        </p:txBody>
      </p:sp>
      <p:sp>
        <p:nvSpPr>
          <p:cNvPr id="28" name="TextBox 27"/>
          <p:cNvSpPr txBox="1"/>
          <p:nvPr userDrawn="1"/>
        </p:nvSpPr>
        <p:spPr>
          <a:xfrm>
            <a:off x="3484406" y="4635005"/>
            <a:ext cx="64633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1200" b="1" dirty="0" smtClean="0"/>
              <a:t>제조</a:t>
            </a:r>
            <a:endParaRPr lang="en-US" altLang="ko-KR" sz="1200" b="1" dirty="0" smtClean="0"/>
          </a:p>
          <a:p>
            <a:pPr algn="ctr"/>
            <a:r>
              <a:rPr lang="ko-KR" altLang="en-US" sz="1200" b="1" dirty="0" smtClean="0"/>
              <a:t>사무실</a:t>
            </a:r>
            <a:endParaRPr lang="ko-KR" altLang="en-US" sz="1200" b="1" dirty="0"/>
          </a:p>
        </p:txBody>
      </p:sp>
      <p:sp>
        <p:nvSpPr>
          <p:cNvPr id="29" name="TextBox 28"/>
          <p:cNvSpPr txBox="1"/>
          <p:nvPr userDrawn="1"/>
        </p:nvSpPr>
        <p:spPr>
          <a:xfrm>
            <a:off x="3617412" y="6685962"/>
            <a:ext cx="90281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400" b="1" dirty="0" err="1" smtClean="0"/>
              <a:t>레진창고</a:t>
            </a:r>
            <a:endParaRPr lang="ko-KR" altLang="en-US" sz="1400" b="1" dirty="0"/>
          </a:p>
        </p:txBody>
      </p:sp>
      <p:sp>
        <p:nvSpPr>
          <p:cNvPr id="2" name="순서도: 처리 1"/>
          <p:cNvSpPr/>
          <p:nvPr userDrawn="1"/>
        </p:nvSpPr>
        <p:spPr>
          <a:xfrm>
            <a:off x="2330025" y="4089414"/>
            <a:ext cx="297499" cy="147812"/>
          </a:xfrm>
          <a:prstGeom prst="flowChartProcess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74" name="그룹 73"/>
          <p:cNvGrpSpPr/>
          <p:nvPr userDrawn="1"/>
        </p:nvGrpSpPr>
        <p:grpSpPr>
          <a:xfrm rot="5400000">
            <a:off x="51584" y="2646732"/>
            <a:ext cx="7572500" cy="5245769"/>
            <a:chOff x="513795" y="2514600"/>
            <a:chExt cx="8570047" cy="4809066"/>
          </a:xfrm>
        </p:grpSpPr>
        <p:pic>
          <p:nvPicPr>
            <p:cNvPr id="75" name="pic"/>
            <p:cNvPicPr>
              <a:picLocks noChangeAspect="1"/>
            </p:cNvPicPr>
            <p:nvPr userDrawn="1"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>
            <a:xfrm>
              <a:off x="4160413" y="6736588"/>
              <a:ext cx="133546" cy="133546"/>
            </a:xfrm>
            <a:prstGeom prst="rect">
              <a:avLst/>
            </a:prstGeom>
          </p:spPr>
        </p:pic>
        <p:pic>
          <p:nvPicPr>
            <p:cNvPr id="76" name="pic"/>
            <p:cNvPicPr>
              <a:picLocks noChangeAspect="1"/>
            </p:cNvPicPr>
            <p:nvPr userDrawn="1"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>
            <a:xfrm>
              <a:off x="4703916" y="4050230"/>
              <a:ext cx="133546" cy="133546"/>
            </a:xfrm>
            <a:prstGeom prst="rect">
              <a:avLst/>
            </a:prstGeom>
          </p:spPr>
        </p:pic>
        <p:pic>
          <p:nvPicPr>
            <p:cNvPr id="77" name="pic"/>
            <p:cNvPicPr>
              <a:picLocks noChangeAspect="1"/>
            </p:cNvPicPr>
            <p:nvPr userDrawn="1"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>
            <a:xfrm>
              <a:off x="2667471" y="3057086"/>
              <a:ext cx="133546" cy="133546"/>
            </a:xfrm>
            <a:prstGeom prst="rect">
              <a:avLst/>
            </a:prstGeom>
          </p:spPr>
        </p:pic>
        <p:sp>
          <p:nvSpPr>
            <p:cNvPr id="78" name="순서도: 처리 77"/>
            <p:cNvSpPr/>
            <p:nvPr userDrawn="1"/>
          </p:nvSpPr>
          <p:spPr>
            <a:xfrm>
              <a:off x="2032769" y="4262641"/>
              <a:ext cx="175044" cy="359365"/>
            </a:xfrm>
            <a:prstGeom prst="flowChartProcess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pic>
          <p:nvPicPr>
            <p:cNvPr id="79" name="그림 78"/>
            <p:cNvPicPr>
              <a:picLocks noChangeAspect="1"/>
            </p:cNvPicPr>
            <p:nvPr userDrawn="1"/>
          </p:nvPicPr>
          <p:blipFill>
            <a:blip r:embed="rId8"/>
            <a:stretch>
              <a:fillRect/>
            </a:stretch>
          </p:blipFill>
          <p:spPr>
            <a:xfrm>
              <a:off x="3183514" y="5205413"/>
              <a:ext cx="276264" cy="107155"/>
            </a:xfrm>
            <a:prstGeom prst="rect">
              <a:avLst/>
            </a:prstGeom>
          </p:spPr>
        </p:pic>
        <p:pic>
          <p:nvPicPr>
            <p:cNvPr id="80" name="pic"/>
            <p:cNvPicPr>
              <a:picLocks noChangeAspect="1"/>
            </p:cNvPicPr>
            <p:nvPr userDrawn="1"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>
            <a:xfrm>
              <a:off x="513795" y="2514600"/>
              <a:ext cx="8570047" cy="4809066"/>
            </a:xfrm>
            <a:prstGeom prst="rect">
              <a:avLst/>
            </a:prstGeom>
          </p:spPr>
        </p:pic>
        <p:sp>
          <p:nvSpPr>
            <p:cNvPr id="81" name="순서도: 처리 80"/>
            <p:cNvSpPr/>
            <p:nvPr userDrawn="1"/>
          </p:nvSpPr>
          <p:spPr>
            <a:xfrm>
              <a:off x="3101716" y="4227308"/>
              <a:ext cx="144175" cy="984431"/>
            </a:xfrm>
            <a:prstGeom prst="flowChartProcess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2" name="순서도: 처리 81"/>
            <p:cNvSpPr/>
            <p:nvPr userDrawn="1"/>
          </p:nvSpPr>
          <p:spPr>
            <a:xfrm flipH="1">
              <a:off x="3384726" y="4224145"/>
              <a:ext cx="25200" cy="984431"/>
            </a:xfrm>
            <a:prstGeom prst="flowChartProcess">
              <a:avLst/>
            </a:prstGeom>
            <a:solidFill>
              <a:schemeClr val="bg1"/>
            </a:solidFill>
            <a:ln w="254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83" name="순서도: 처리 82"/>
            <p:cNvSpPr/>
            <p:nvPr userDrawn="1"/>
          </p:nvSpPr>
          <p:spPr>
            <a:xfrm>
              <a:off x="3249083" y="4051923"/>
              <a:ext cx="239716" cy="193051"/>
            </a:xfrm>
            <a:prstGeom prst="flowChartProcess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4" name="직사각형 83"/>
            <p:cNvSpPr/>
            <p:nvPr userDrawn="1"/>
          </p:nvSpPr>
          <p:spPr>
            <a:xfrm>
              <a:off x="7884711" y="4488095"/>
              <a:ext cx="218103" cy="167726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5" name="순서도: 처리 84"/>
            <p:cNvSpPr/>
            <p:nvPr userDrawn="1"/>
          </p:nvSpPr>
          <p:spPr>
            <a:xfrm>
              <a:off x="3457575" y="5991225"/>
              <a:ext cx="175044" cy="292100"/>
            </a:xfrm>
            <a:prstGeom prst="flowChartProcess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pic>
          <p:nvPicPr>
            <p:cNvPr id="86" name="pic"/>
            <p:cNvPicPr>
              <a:picLocks noChangeAspect="1"/>
            </p:cNvPicPr>
            <p:nvPr userDrawn="1"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>
            <a:xfrm>
              <a:off x="2596414" y="6621322"/>
              <a:ext cx="120515" cy="274526"/>
            </a:xfrm>
            <a:prstGeom prst="rect">
              <a:avLst/>
            </a:prstGeom>
          </p:spPr>
        </p:pic>
        <p:pic>
          <p:nvPicPr>
            <p:cNvPr id="87" name="pic"/>
            <p:cNvPicPr>
              <a:picLocks noChangeAspect="1"/>
            </p:cNvPicPr>
            <p:nvPr userDrawn="1"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>
            <a:xfrm>
              <a:off x="1294016" y="3306353"/>
              <a:ext cx="120515" cy="274526"/>
            </a:xfrm>
            <a:prstGeom prst="rect">
              <a:avLst/>
            </a:prstGeom>
          </p:spPr>
        </p:pic>
        <p:pic>
          <p:nvPicPr>
            <p:cNvPr id="88" name="pic"/>
            <p:cNvPicPr>
              <a:picLocks noChangeAspect="1"/>
            </p:cNvPicPr>
            <p:nvPr userDrawn="1"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>
            <a:xfrm>
              <a:off x="4962901" y="3350168"/>
              <a:ext cx="120515" cy="274526"/>
            </a:xfrm>
            <a:prstGeom prst="rect">
              <a:avLst/>
            </a:prstGeom>
          </p:spPr>
        </p:pic>
        <p:pic>
          <p:nvPicPr>
            <p:cNvPr id="89" name="pic"/>
            <p:cNvPicPr>
              <a:picLocks noChangeAspect="1"/>
            </p:cNvPicPr>
            <p:nvPr userDrawn="1"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>
            <a:xfrm>
              <a:off x="940568" y="5833588"/>
              <a:ext cx="120515" cy="274526"/>
            </a:xfrm>
            <a:prstGeom prst="rect">
              <a:avLst/>
            </a:prstGeom>
          </p:spPr>
        </p:pic>
        <p:pic>
          <p:nvPicPr>
            <p:cNvPr id="90" name="pic"/>
            <p:cNvPicPr>
              <a:picLocks noChangeAspect="1"/>
            </p:cNvPicPr>
            <p:nvPr userDrawn="1"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>
            <a:xfrm>
              <a:off x="1105018" y="6319631"/>
              <a:ext cx="120515" cy="274526"/>
            </a:xfrm>
            <a:prstGeom prst="rect">
              <a:avLst/>
            </a:prstGeom>
          </p:spPr>
        </p:pic>
        <p:pic>
          <p:nvPicPr>
            <p:cNvPr id="91" name="pic"/>
            <p:cNvPicPr>
              <a:picLocks noChangeAspect="1"/>
            </p:cNvPicPr>
            <p:nvPr userDrawn="1"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>
            <a:xfrm>
              <a:off x="1114931" y="5151943"/>
              <a:ext cx="120515" cy="274526"/>
            </a:xfrm>
            <a:prstGeom prst="rect">
              <a:avLst/>
            </a:prstGeom>
          </p:spPr>
        </p:pic>
        <p:pic>
          <p:nvPicPr>
            <p:cNvPr id="92" name="pic"/>
            <p:cNvPicPr>
              <a:picLocks noChangeAspect="1"/>
            </p:cNvPicPr>
            <p:nvPr userDrawn="1"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>
            <a:xfrm>
              <a:off x="1643851" y="3932543"/>
              <a:ext cx="120515" cy="274526"/>
            </a:xfrm>
            <a:prstGeom prst="rect">
              <a:avLst/>
            </a:prstGeom>
          </p:spPr>
        </p:pic>
        <p:pic>
          <p:nvPicPr>
            <p:cNvPr id="93" name="pic"/>
            <p:cNvPicPr>
              <a:picLocks noChangeAspect="1"/>
            </p:cNvPicPr>
            <p:nvPr userDrawn="1"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>
            <a:xfrm>
              <a:off x="2926255" y="3932543"/>
              <a:ext cx="120515" cy="274526"/>
            </a:xfrm>
            <a:prstGeom prst="rect">
              <a:avLst/>
            </a:prstGeom>
          </p:spPr>
        </p:pic>
        <p:pic>
          <p:nvPicPr>
            <p:cNvPr id="94" name="pic"/>
            <p:cNvPicPr>
              <a:picLocks noChangeAspect="1"/>
            </p:cNvPicPr>
            <p:nvPr userDrawn="1"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>
            <a:xfrm>
              <a:off x="2645961" y="5234651"/>
              <a:ext cx="120515" cy="274526"/>
            </a:xfrm>
            <a:prstGeom prst="rect">
              <a:avLst/>
            </a:prstGeom>
          </p:spPr>
        </p:pic>
        <p:sp>
          <p:nvSpPr>
            <p:cNvPr id="95" name="순서도: 처리 94"/>
            <p:cNvSpPr/>
            <p:nvPr userDrawn="1"/>
          </p:nvSpPr>
          <p:spPr>
            <a:xfrm>
              <a:off x="2266950" y="5299074"/>
              <a:ext cx="175044" cy="200025"/>
            </a:xfrm>
            <a:prstGeom prst="flowChartProcess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pic>
          <p:nvPicPr>
            <p:cNvPr id="96" name="그림 95"/>
            <p:cNvPicPr>
              <a:picLocks noChangeAspect="1"/>
            </p:cNvPicPr>
            <p:nvPr userDrawn="1"/>
          </p:nvPicPr>
          <p:blipFill>
            <a:blip r:embed="rId10"/>
            <a:stretch>
              <a:fillRect/>
            </a:stretch>
          </p:blipFill>
          <p:spPr>
            <a:xfrm>
              <a:off x="2207418" y="5461925"/>
              <a:ext cx="164387" cy="228852"/>
            </a:xfrm>
            <a:prstGeom prst="rect">
              <a:avLst/>
            </a:prstGeom>
          </p:spPr>
        </p:pic>
        <p:pic>
          <p:nvPicPr>
            <p:cNvPr id="97" name="그림 96"/>
            <p:cNvPicPr>
              <a:picLocks noChangeAspect="1"/>
            </p:cNvPicPr>
            <p:nvPr userDrawn="1"/>
          </p:nvPicPr>
          <p:blipFill>
            <a:blip r:embed="rId10"/>
            <a:stretch>
              <a:fillRect/>
            </a:stretch>
          </p:blipFill>
          <p:spPr>
            <a:xfrm>
              <a:off x="2391731" y="5461925"/>
              <a:ext cx="164387" cy="228852"/>
            </a:xfrm>
            <a:prstGeom prst="rect">
              <a:avLst/>
            </a:prstGeom>
          </p:spPr>
        </p:pic>
        <p:pic>
          <p:nvPicPr>
            <p:cNvPr id="98" name="그림 97"/>
            <p:cNvPicPr>
              <a:picLocks noChangeAspect="1"/>
            </p:cNvPicPr>
            <p:nvPr userDrawn="1"/>
          </p:nvPicPr>
          <p:blipFill>
            <a:blip r:embed="rId11"/>
            <a:stretch>
              <a:fillRect/>
            </a:stretch>
          </p:blipFill>
          <p:spPr>
            <a:xfrm>
              <a:off x="2012592" y="5201563"/>
              <a:ext cx="400106" cy="116601"/>
            </a:xfrm>
            <a:prstGeom prst="rect">
              <a:avLst/>
            </a:prstGeom>
          </p:spPr>
        </p:pic>
        <p:pic>
          <p:nvPicPr>
            <p:cNvPr id="99" name="pic"/>
            <p:cNvPicPr>
              <a:picLocks noChangeAspect="1"/>
            </p:cNvPicPr>
            <p:nvPr userDrawn="1"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>
            <a:xfrm>
              <a:off x="4006381" y="5249485"/>
              <a:ext cx="120515" cy="274526"/>
            </a:xfrm>
            <a:prstGeom prst="rect">
              <a:avLst/>
            </a:prstGeom>
          </p:spPr>
        </p:pic>
        <p:pic>
          <p:nvPicPr>
            <p:cNvPr id="100" name="pic"/>
            <p:cNvPicPr>
              <a:picLocks noChangeAspect="1"/>
            </p:cNvPicPr>
            <p:nvPr userDrawn="1"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>
            <a:xfrm>
              <a:off x="4426593" y="4083839"/>
              <a:ext cx="120515" cy="274526"/>
            </a:xfrm>
            <a:prstGeom prst="rect">
              <a:avLst/>
            </a:prstGeom>
          </p:spPr>
        </p:pic>
        <p:pic>
          <p:nvPicPr>
            <p:cNvPr id="101" name="pic"/>
            <p:cNvPicPr>
              <a:picLocks noChangeAspect="1"/>
            </p:cNvPicPr>
            <p:nvPr userDrawn="1"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>
            <a:xfrm>
              <a:off x="3765804" y="4626838"/>
              <a:ext cx="120515" cy="274526"/>
            </a:xfrm>
            <a:prstGeom prst="rect">
              <a:avLst/>
            </a:prstGeom>
          </p:spPr>
        </p:pic>
        <p:pic>
          <p:nvPicPr>
            <p:cNvPr id="102" name="pic"/>
            <p:cNvPicPr>
              <a:picLocks noChangeAspect="1"/>
            </p:cNvPicPr>
            <p:nvPr userDrawn="1"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>
            <a:xfrm>
              <a:off x="3561384" y="5225766"/>
              <a:ext cx="120515" cy="274526"/>
            </a:xfrm>
            <a:prstGeom prst="rect">
              <a:avLst/>
            </a:prstGeom>
          </p:spPr>
        </p:pic>
        <p:pic>
          <p:nvPicPr>
            <p:cNvPr id="103" name="pic"/>
            <p:cNvPicPr>
              <a:picLocks noChangeAspect="1"/>
            </p:cNvPicPr>
            <p:nvPr userDrawn="1"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>
            <a:xfrm>
              <a:off x="3590613" y="4960224"/>
              <a:ext cx="120515" cy="274526"/>
            </a:xfrm>
            <a:prstGeom prst="rect">
              <a:avLst/>
            </a:prstGeom>
          </p:spPr>
        </p:pic>
        <p:pic>
          <p:nvPicPr>
            <p:cNvPr id="104" name="pic"/>
            <p:cNvPicPr>
              <a:picLocks noChangeAspect="1"/>
            </p:cNvPicPr>
            <p:nvPr userDrawn="1"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>
            <a:xfrm>
              <a:off x="1790795" y="4963011"/>
              <a:ext cx="120515" cy="274526"/>
            </a:xfrm>
            <a:prstGeom prst="rect">
              <a:avLst/>
            </a:prstGeom>
          </p:spPr>
        </p:pic>
        <p:pic>
          <p:nvPicPr>
            <p:cNvPr id="105" name="pic"/>
            <p:cNvPicPr>
              <a:picLocks noChangeAspect="1"/>
            </p:cNvPicPr>
            <p:nvPr userDrawn="1"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>
            <a:xfrm>
              <a:off x="1789043" y="3932543"/>
              <a:ext cx="120515" cy="274526"/>
            </a:xfrm>
            <a:prstGeom prst="rect">
              <a:avLst/>
            </a:prstGeom>
          </p:spPr>
        </p:pic>
        <p:sp>
          <p:nvSpPr>
            <p:cNvPr id="106" name="순서도: 처리 105"/>
            <p:cNvSpPr/>
            <p:nvPr userDrawn="1"/>
          </p:nvSpPr>
          <p:spPr>
            <a:xfrm>
              <a:off x="2116191" y="4055596"/>
              <a:ext cx="233034" cy="187375"/>
            </a:xfrm>
            <a:prstGeom prst="flowChartProcess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pic>
          <p:nvPicPr>
            <p:cNvPr id="107" name="pic"/>
            <p:cNvPicPr>
              <a:picLocks noChangeAspect="1"/>
            </p:cNvPicPr>
            <p:nvPr userDrawn="1"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>
            <a:xfrm>
              <a:off x="2180456" y="3935567"/>
              <a:ext cx="120515" cy="274526"/>
            </a:xfrm>
            <a:prstGeom prst="rect">
              <a:avLst/>
            </a:prstGeom>
          </p:spPr>
        </p:pic>
        <p:pic>
          <p:nvPicPr>
            <p:cNvPr id="108" name="pic"/>
            <p:cNvPicPr>
              <a:picLocks noChangeAspect="1"/>
            </p:cNvPicPr>
            <p:nvPr userDrawn="1"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>
            <a:xfrm>
              <a:off x="3590613" y="3957466"/>
              <a:ext cx="120515" cy="274526"/>
            </a:xfrm>
            <a:prstGeom prst="rect">
              <a:avLst/>
            </a:prstGeom>
          </p:spPr>
        </p:pic>
        <p:pic>
          <p:nvPicPr>
            <p:cNvPr id="109" name="그림 108"/>
            <p:cNvPicPr>
              <a:picLocks noChangeAspect="1"/>
            </p:cNvPicPr>
            <p:nvPr userDrawn="1"/>
          </p:nvPicPr>
          <p:blipFill>
            <a:blip r:embed="rId12"/>
            <a:stretch>
              <a:fillRect/>
            </a:stretch>
          </p:blipFill>
          <p:spPr>
            <a:xfrm>
              <a:off x="1899876" y="4267200"/>
              <a:ext cx="132893" cy="958478"/>
            </a:xfrm>
            <a:prstGeom prst="rect">
              <a:avLst/>
            </a:prstGeom>
          </p:spPr>
        </p:pic>
        <p:pic>
          <p:nvPicPr>
            <p:cNvPr id="110" name="그림 109"/>
            <p:cNvPicPr>
              <a:picLocks noChangeAspect="1"/>
            </p:cNvPicPr>
            <p:nvPr userDrawn="1"/>
          </p:nvPicPr>
          <p:blipFill>
            <a:blip r:embed="rId13"/>
            <a:stretch>
              <a:fillRect/>
            </a:stretch>
          </p:blipFill>
          <p:spPr>
            <a:xfrm>
              <a:off x="3186875" y="4268164"/>
              <a:ext cx="204021" cy="944391"/>
            </a:xfrm>
            <a:prstGeom prst="rect">
              <a:avLst/>
            </a:prstGeom>
          </p:spPr>
        </p:pic>
        <p:pic>
          <p:nvPicPr>
            <p:cNvPr id="111" name="그림 110"/>
            <p:cNvPicPr>
              <a:picLocks noChangeAspect="1"/>
            </p:cNvPicPr>
            <p:nvPr userDrawn="1"/>
          </p:nvPicPr>
          <p:blipFill>
            <a:blip r:embed="rId14"/>
            <a:stretch>
              <a:fillRect/>
            </a:stretch>
          </p:blipFill>
          <p:spPr>
            <a:xfrm>
              <a:off x="2756230" y="4255232"/>
              <a:ext cx="210769" cy="958118"/>
            </a:xfrm>
            <a:prstGeom prst="rect">
              <a:avLst/>
            </a:prstGeom>
          </p:spPr>
        </p:pic>
        <p:pic>
          <p:nvPicPr>
            <p:cNvPr id="112" name="그림 111"/>
            <p:cNvPicPr>
              <a:picLocks noChangeAspect="1"/>
            </p:cNvPicPr>
            <p:nvPr userDrawn="1"/>
          </p:nvPicPr>
          <p:blipFill>
            <a:blip r:embed="rId15"/>
            <a:stretch>
              <a:fillRect/>
            </a:stretch>
          </p:blipFill>
          <p:spPr>
            <a:xfrm>
              <a:off x="2229361" y="4231992"/>
              <a:ext cx="324739" cy="983912"/>
            </a:xfrm>
            <a:prstGeom prst="rect">
              <a:avLst/>
            </a:prstGeom>
          </p:spPr>
        </p:pic>
        <p:sp>
          <p:nvSpPr>
            <p:cNvPr id="113" name="순서도: 처리 112"/>
            <p:cNvSpPr/>
            <p:nvPr userDrawn="1"/>
          </p:nvSpPr>
          <p:spPr>
            <a:xfrm>
              <a:off x="2553694" y="4210455"/>
              <a:ext cx="220546" cy="984431"/>
            </a:xfrm>
            <a:prstGeom prst="flowChartProcess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pic>
          <p:nvPicPr>
            <p:cNvPr id="114" name="pic"/>
            <p:cNvPicPr>
              <a:picLocks noChangeAspect="1"/>
            </p:cNvPicPr>
            <p:nvPr userDrawn="1"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>
            <a:xfrm>
              <a:off x="2172450" y="4955989"/>
              <a:ext cx="120515" cy="274526"/>
            </a:xfrm>
            <a:prstGeom prst="rect">
              <a:avLst/>
            </a:prstGeom>
          </p:spPr>
        </p:pic>
        <p:pic>
          <p:nvPicPr>
            <p:cNvPr id="115" name="pic"/>
            <p:cNvPicPr>
              <a:picLocks noChangeAspect="1"/>
            </p:cNvPicPr>
            <p:nvPr userDrawn="1"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>
            <a:xfrm>
              <a:off x="3108871" y="4963011"/>
              <a:ext cx="120515" cy="274526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481426424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삼광윈테크_공장동_2층_북쪽">
    <p:bg>
      <p:bgPr>
        <a:solidFill>
          <a:srgbClr val="FF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직사각형 5"/>
          <p:cNvSpPr/>
          <p:nvPr userDrawn="1"/>
        </p:nvSpPr>
        <p:spPr>
          <a:xfrm>
            <a:off x="385512" y="1513058"/>
            <a:ext cx="12031077" cy="7734716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2117"/>
          </a:p>
        </p:txBody>
      </p:sp>
      <p:sp>
        <p:nvSpPr>
          <p:cNvPr id="7" name="TextBox 6"/>
          <p:cNvSpPr txBox="1"/>
          <p:nvPr userDrawn="1"/>
        </p:nvSpPr>
        <p:spPr>
          <a:xfrm>
            <a:off x="385512" y="361525"/>
            <a:ext cx="4031873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6000" b="1" dirty="0" err="1" smtClean="0">
                <a:solidFill>
                  <a:schemeClr val="bg1"/>
                </a:solidFill>
              </a:rPr>
              <a:t>피난안내도</a:t>
            </a:r>
            <a:endParaRPr lang="ko-KR" altLang="en-US" sz="6000" b="1" dirty="0">
              <a:solidFill>
                <a:schemeClr val="bg1"/>
              </a:solidFill>
            </a:endParaRPr>
          </a:p>
        </p:txBody>
      </p:sp>
      <p:sp>
        <p:nvSpPr>
          <p:cNvPr id="8" name="TextBox 7"/>
          <p:cNvSpPr txBox="1"/>
          <p:nvPr userDrawn="1"/>
        </p:nvSpPr>
        <p:spPr>
          <a:xfrm>
            <a:off x="4417385" y="497395"/>
            <a:ext cx="3750322" cy="74392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117" b="1" dirty="0" smtClean="0">
                <a:solidFill>
                  <a:schemeClr val="bg1"/>
                </a:solidFill>
              </a:rPr>
              <a:t>Emergency</a:t>
            </a:r>
            <a:r>
              <a:rPr lang="en-US" altLang="ko-KR" sz="2117" b="1" baseline="0" dirty="0" smtClean="0">
                <a:solidFill>
                  <a:schemeClr val="bg1"/>
                </a:solidFill>
              </a:rPr>
              <a:t> Evacuation map</a:t>
            </a:r>
          </a:p>
          <a:p>
            <a:pPr marL="0" marR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vi-VN" altLang="ko-KR" sz="2117" b="1" dirty="0" smtClean="0">
                <a:solidFill>
                  <a:schemeClr val="bg1"/>
                </a:solidFill>
              </a:rPr>
              <a:t>Sơ đồ thoát hiểm khẩn cấp</a:t>
            </a:r>
          </a:p>
        </p:txBody>
      </p:sp>
      <p:pic>
        <p:nvPicPr>
          <p:cNvPr id="10" name="pic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6808375" y="7837810"/>
            <a:ext cx="393649" cy="393649"/>
          </a:xfrm>
          <a:prstGeom prst="rect">
            <a:avLst/>
          </a:prstGeom>
        </p:spPr>
      </p:pic>
      <p:pic>
        <p:nvPicPr>
          <p:cNvPr id="11" name="pic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5755306" y="7816379"/>
            <a:ext cx="262174" cy="447168"/>
          </a:xfrm>
          <a:prstGeom prst="rect">
            <a:avLst/>
          </a:prstGeom>
        </p:spPr>
      </p:pic>
      <p:pic>
        <p:nvPicPr>
          <p:cNvPr id="12" name="pic"/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2792567" y="7843953"/>
            <a:ext cx="393649" cy="393649"/>
          </a:xfrm>
          <a:prstGeom prst="rect">
            <a:avLst/>
          </a:prstGeom>
        </p:spPr>
      </p:pic>
      <p:pic>
        <p:nvPicPr>
          <p:cNvPr id="13" name="pic"/>
          <p:cNvPicPr>
            <a:picLocks noChangeAspect="1"/>
          </p:cNvPicPr>
          <p:nvPr userDrawn="1"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423" t="-3893" r="21147" b="36695"/>
          <a:stretch/>
        </p:blipFill>
        <p:spPr>
          <a:xfrm rot="10800000">
            <a:off x="3985089" y="7861322"/>
            <a:ext cx="617742" cy="356920"/>
          </a:xfrm>
          <a:prstGeom prst="rect">
            <a:avLst/>
          </a:prstGeom>
        </p:spPr>
      </p:pic>
      <p:pic>
        <p:nvPicPr>
          <p:cNvPr id="14" name="pic"/>
          <p:cNvPicPr>
            <a:picLocks noChangeAspect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666115" y="7797996"/>
            <a:ext cx="239498" cy="447168"/>
          </a:xfrm>
          <a:prstGeom prst="rect">
            <a:avLst/>
          </a:prstGeom>
        </p:spPr>
      </p:pic>
      <p:pic>
        <p:nvPicPr>
          <p:cNvPr id="16" name="그림 15"/>
          <p:cNvPicPr>
            <a:picLocks noChangeAspect="1"/>
          </p:cNvPicPr>
          <p:nvPr userDrawn="1"/>
        </p:nvPicPr>
        <p:blipFill>
          <a:blip r:embed="rId7"/>
          <a:stretch>
            <a:fillRect/>
          </a:stretch>
        </p:blipFill>
        <p:spPr>
          <a:xfrm>
            <a:off x="9083842" y="1806569"/>
            <a:ext cx="3078925" cy="6643453"/>
          </a:xfrm>
          <a:prstGeom prst="rect">
            <a:avLst/>
          </a:prstGeom>
        </p:spPr>
      </p:pic>
      <p:grpSp>
        <p:nvGrpSpPr>
          <p:cNvPr id="3" name="그룹 2"/>
          <p:cNvGrpSpPr/>
          <p:nvPr userDrawn="1"/>
        </p:nvGrpSpPr>
        <p:grpSpPr>
          <a:xfrm>
            <a:off x="1016633" y="7903222"/>
            <a:ext cx="7436089" cy="821859"/>
            <a:chOff x="1393930" y="7010512"/>
            <a:chExt cx="7436089" cy="821859"/>
          </a:xfrm>
        </p:grpSpPr>
        <p:sp>
          <p:nvSpPr>
            <p:cNvPr id="15" name="TextBox 14"/>
            <p:cNvSpPr txBox="1"/>
            <p:nvPr userDrawn="1"/>
          </p:nvSpPr>
          <p:spPr>
            <a:xfrm>
              <a:off x="1393930" y="7010512"/>
              <a:ext cx="7268336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1400" b="1" dirty="0" smtClean="0">
                  <a:latin typeface="+mn-ea"/>
                  <a:ea typeface="+mn-ea"/>
                </a:rPr>
                <a:t>범례 </a:t>
              </a:r>
              <a:r>
                <a:rPr lang="en-US" altLang="ko-KR" sz="1400" b="1" dirty="0" smtClean="0">
                  <a:latin typeface="+mn-ea"/>
                  <a:ea typeface="+mn-ea"/>
                </a:rPr>
                <a:t>:      </a:t>
              </a:r>
              <a:r>
                <a:rPr lang="ko-KR" altLang="en-US" sz="1400" b="1" dirty="0" err="1" smtClean="0">
                  <a:latin typeface="+mn-ea"/>
                  <a:ea typeface="+mn-ea"/>
                </a:rPr>
                <a:t>현위치</a:t>
              </a:r>
              <a:r>
                <a:rPr lang="ko-KR" altLang="en-US" sz="1400" b="1" dirty="0" smtClean="0">
                  <a:latin typeface="+mn-ea"/>
                  <a:ea typeface="+mn-ea"/>
                </a:rPr>
                <a:t>             비상구             </a:t>
              </a:r>
              <a:r>
                <a:rPr lang="ko-KR" altLang="en-US" sz="1400" b="1" dirty="0" err="1" smtClean="0">
                  <a:latin typeface="+mn-ea"/>
                  <a:ea typeface="+mn-ea"/>
                </a:rPr>
                <a:t>피난동선</a:t>
              </a:r>
              <a:r>
                <a:rPr lang="ko-KR" altLang="en-US" sz="1400" b="1" dirty="0" smtClean="0">
                  <a:latin typeface="+mn-ea"/>
                  <a:ea typeface="+mn-ea"/>
                </a:rPr>
                <a:t>           </a:t>
              </a:r>
              <a:r>
                <a:rPr lang="ko-KR" altLang="en-US" sz="1400" b="1" baseline="0" dirty="0" smtClean="0">
                  <a:latin typeface="+mn-ea"/>
                  <a:ea typeface="+mn-ea"/>
                </a:rPr>
                <a:t> </a:t>
              </a:r>
              <a:r>
                <a:rPr lang="ko-KR" altLang="en-US" sz="1400" b="1" dirty="0" smtClean="0">
                  <a:latin typeface="+mn-ea"/>
                  <a:ea typeface="+mn-ea"/>
                </a:rPr>
                <a:t>소화기          </a:t>
              </a:r>
              <a:r>
                <a:rPr lang="ko-KR" altLang="en-US" sz="1400" b="1" dirty="0" err="1" smtClean="0">
                  <a:latin typeface="+mn-ea"/>
                  <a:ea typeface="+mn-ea"/>
                </a:rPr>
                <a:t>소화호스</a:t>
              </a:r>
              <a:r>
                <a:rPr lang="ko-KR" altLang="en-US" sz="1400" b="1" dirty="0" smtClean="0">
                  <a:latin typeface="+mn-ea"/>
                  <a:ea typeface="+mn-ea"/>
                </a:rPr>
                <a:t>  </a:t>
              </a:r>
              <a:endParaRPr lang="ko-KR" altLang="en-US" sz="1400" b="1" dirty="0">
                <a:latin typeface="+mn-ea"/>
                <a:ea typeface="+mn-ea"/>
              </a:endParaRPr>
            </a:p>
          </p:txBody>
        </p:sp>
        <p:sp>
          <p:nvSpPr>
            <p:cNvPr id="17" name="TextBox 16"/>
            <p:cNvSpPr txBox="1"/>
            <p:nvPr userDrawn="1"/>
          </p:nvSpPr>
          <p:spPr>
            <a:xfrm>
              <a:off x="2043413" y="7283631"/>
              <a:ext cx="6436698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200" b="1" dirty="0" smtClean="0"/>
                <a:t>(You Are Here) </a:t>
              </a:r>
              <a:r>
                <a:rPr lang="en-US" altLang="ko-KR" sz="1200" b="1" baseline="0" dirty="0" smtClean="0"/>
                <a:t> </a:t>
              </a:r>
              <a:r>
                <a:rPr lang="en-US" altLang="ko-KR" sz="1200" b="1" dirty="0" smtClean="0"/>
                <a:t>        (Emergency Exit)         (Evacuation Route)      (Fire Extinguisher)         (Fire Hose)</a:t>
              </a:r>
            </a:p>
          </p:txBody>
        </p:sp>
        <p:sp>
          <p:nvSpPr>
            <p:cNvPr id="2" name="직사각형 1"/>
            <p:cNvSpPr/>
            <p:nvPr userDrawn="1"/>
          </p:nvSpPr>
          <p:spPr>
            <a:xfrm>
              <a:off x="2043412" y="7555372"/>
              <a:ext cx="6786607" cy="276999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altLang="ko-KR" sz="1200" b="1" dirty="0" smtClean="0"/>
                <a:t>(</a:t>
              </a:r>
              <a:r>
                <a:rPr lang="en-US" altLang="ko-KR" sz="1200" b="1" dirty="0" err="1" smtClean="0"/>
                <a:t>Vị</a:t>
              </a:r>
              <a:r>
                <a:rPr lang="en-US" altLang="ko-KR" sz="1200" b="1" dirty="0" smtClean="0"/>
                <a:t> </a:t>
              </a:r>
              <a:r>
                <a:rPr lang="en-US" altLang="ko-KR" sz="1200" b="1" dirty="0" err="1" smtClean="0"/>
                <a:t>trí</a:t>
              </a:r>
              <a:r>
                <a:rPr lang="en-US" altLang="ko-KR" sz="1200" b="1" dirty="0" smtClean="0"/>
                <a:t> </a:t>
              </a:r>
              <a:r>
                <a:rPr lang="en-US" altLang="ko-KR" sz="1200" b="1" dirty="0" err="1" smtClean="0"/>
                <a:t>hiện</a:t>
              </a:r>
              <a:r>
                <a:rPr lang="en-US" altLang="ko-KR" sz="1200" b="1" dirty="0" smtClean="0"/>
                <a:t> </a:t>
              </a:r>
              <a:r>
                <a:rPr lang="en-US" altLang="ko-KR" sz="1200" b="1" dirty="0" err="1" smtClean="0"/>
                <a:t>tại</a:t>
              </a:r>
              <a:r>
                <a:rPr lang="en-US" altLang="ko-KR" sz="1200" b="1" dirty="0" smtClean="0"/>
                <a:t>)           (</a:t>
              </a:r>
              <a:r>
                <a:rPr lang="en-US" altLang="ko-KR" sz="1200" b="1" dirty="0" err="1" smtClean="0"/>
                <a:t>Lối</a:t>
              </a:r>
              <a:r>
                <a:rPr lang="en-US" altLang="ko-KR" sz="1200" b="1" dirty="0" smtClean="0"/>
                <a:t> </a:t>
              </a:r>
              <a:r>
                <a:rPr lang="en-US" altLang="ko-KR" sz="1200" b="1" dirty="0" err="1" smtClean="0"/>
                <a:t>thoát</a:t>
              </a:r>
              <a:r>
                <a:rPr lang="en-US" altLang="ko-KR" sz="1200" b="1" dirty="0" smtClean="0"/>
                <a:t> </a:t>
              </a:r>
              <a:r>
                <a:rPr lang="en-US" altLang="ko-KR" sz="1200" b="1" dirty="0" err="1" smtClean="0"/>
                <a:t>hiểm</a:t>
              </a:r>
              <a:r>
                <a:rPr lang="en-US" altLang="ko-KR" sz="1200" b="1" dirty="0" smtClean="0"/>
                <a:t>)             (</a:t>
              </a:r>
              <a:r>
                <a:rPr lang="en-US" altLang="ko-KR" sz="1200" b="1" dirty="0" err="1" smtClean="0"/>
                <a:t>Lối</a:t>
              </a:r>
              <a:r>
                <a:rPr lang="en-US" altLang="ko-KR" sz="1200" b="1" dirty="0" smtClean="0"/>
                <a:t> </a:t>
              </a:r>
              <a:r>
                <a:rPr lang="en-US" altLang="ko-KR" sz="1200" b="1" dirty="0" err="1" smtClean="0"/>
                <a:t>thoát</a:t>
              </a:r>
              <a:r>
                <a:rPr lang="en-US" altLang="ko-KR" sz="1200" b="1" dirty="0" smtClean="0"/>
                <a:t> </a:t>
              </a:r>
              <a:r>
                <a:rPr lang="en-US" altLang="ko-KR" sz="1200" b="1" dirty="0" err="1" smtClean="0"/>
                <a:t>nạn</a:t>
              </a:r>
              <a:r>
                <a:rPr lang="en-US" altLang="ko-KR" sz="1200" b="1" dirty="0" smtClean="0"/>
                <a:t>)           (</a:t>
              </a:r>
              <a:r>
                <a:rPr lang="en-US" altLang="ko-KR" sz="1200" b="1" dirty="0" err="1" smtClean="0"/>
                <a:t>Bình</a:t>
              </a:r>
              <a:r>
                <a:rPr lang="en-US" altLang="ko-KR" sz="1200" b="1" dirty="0" smtClean="0"/>
                <a:t> </a:t>
              </a:r>
              <a:r>
                <a:rPr lang="en-US" altLang="ko-KR" sz="1200" b="1" dirty="0" err="1" smtClean="0"/>
                <a:t>chữa</a:t>
              </a:r>
              <a:r>
                <a:rPr lang="en-US" altLang="ko-KR" sz="1200" b="1" dirty="0" smtClean="0"/>
                <a:t> </a:t>
              </a:r>
              <a:r>
                <a:rPr lang="en-US" altLang="ko-KR" sz="1200" b="1" dirty="0" err="1" smtClean="0"/>
                <a:t>cháy</a:t>
              </a:r>
              <a:r>
                <a:rPr lang="en-US" altLang="ko-KR" sz="1200" b="1" dirty="0" smtClean="0"/>
                <a:t>)    </a:t>
              </a:r>
              <a:r>
                <a:rPr lang="en-US" altLang="ko-KR" sz="1200" b="1" baseline="0" dirty="0" smtClean="0"/>
                <a:t> </a:t>
              </a:r>
              <a:r>
                <a:rPr lang="en-US" altLang="ko-KR" sz="1200" b="1" dirty="0" smtClean="0"/>
                <a:t>  (</a:t>
              </a:r>
              <a:r>
                <a:rPr lang="en-US" altLang="ko-KR" sz="1200" b="1" dirty="0" err="1" smtClean="0"/>
                <a:t>Vòi</a:t>
              </a:r>
              <a:r>
                <a:rPr lang="en-US" altLang="ko-KR" sz="1200" b="1" dirty="0" smtClean="0"/>
                <a:t> </a:t>
              </a:r>
              <a:r>
                <a:rPr lang="en-US" altLang="ko-KR" sz="1200" b="1" dirty="0" err="1" smtClean="0"/>
                <a:t>chữa</a:t>
              </a:r>
              <a:r>
                <a:rPr lang="en-US" altLang="ko-KR" sz="1200" b="1" dirty="0" smtClean="0"/>
                <a:t> </a:t>
              </a:r>
              <a:r>
                <a:rPr lang="en-US" altLang="ko-KR" sz="1200" b="1" dirty="0" err="1" smtClean="0"/>
                <a:t>cháy</a:t>
              </a:r>
              <a:r>
                <a:rPr lang="en-US" altLang="ko-KR" sz="1200" b="1" dirty="0" smtClean="0"/>
                <a:t>)</a:t>
              </a:r>
              <a:endParaRPr lang="en-US" altLang="ko-KR" sz="1200" b="1" dirty="0"/>
            </a:p>
          </p:txBody>
        </p:sp>
      </p:grpSp>
      <p:sp>
        <p:nvSpPr>
          <p:cNvPr id="19" name="TextBox 18"/>
          <p:cNvSpPr txBox="1"/>
          <p:nvPr userDrawn="1"/>
        </p:nvSpPr>
        <p:spPr>
          <a:xfrm>
            <a:off x="8247279" y="637453"/>
            <a:ext cx="427232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ko-KR" altLang="en-US" sz="3200" b="1" dirty="0" err="1" smtClean="0">
                <a:solidFill>
                  <a:schemeClr val="bg1"/>
                </a:solidFill>
              </a:rPr>
              <a:t>삼광윈테크</a:t>
            </a:r>
            <a:r>
              <a:rPr lang="ko-KR" altLang="en-US" sz="3200" b="1" dirty="0" smtClean="0">
                <a:solidFill>
                  <a:schemeClr val="bg1"/>
                </a:solidFill>
              </a:rPr>
              <a:t> </a:t>
            </a:r>
            <a:r>
              <a:rPr lang="ko-KR" altLang="en-US" sz="3200" b="1" dirty="0" err="1" smtClean="0">
                <a:solidFill>
                  <a:schemeClr val="bg1"/>
                </a:solidFill>
              </a:rPr>
              <a:t>공장동</a:t>
            </a:r>
            <a:r>
              <a:rPr lang="ko-KR" altLang="en-US" sz="3200" b="1" dirty="0" smtClean="0">
                <a:solidFill>
                  <a:schemeClr val="bg1"/>
                </a:solidFill>
              </a:rPr>
              <a:t> </a:t>
            </a:r>
            <a:r>
              <a:rPr lang="en-US" altLang="ko-KR" sz="3200" b="1" dirty="0" smtClean="0">
                <a:solidFill>
                  <a:schemeClr val="bg1"/>
                </a:solidFill>
              </a:rPr>
              <a:t>2</a:t>
            </a:r>
            <a:r>
              <a:rPr lang="ko-KR" altLang="en-US" sz="3200" b="1" dirty="0" smtClean="0">
                <a:solidFill>
                  <a:schemeClr val="bg1"/>
                </a:solidFill>
              </a:rPr>
              <a:t>층</a:t>
            </a:r>
            <a:endParaRPr lang="ko-KR" altLang="en-US" sz="3200" b="1" dirty="0">
              <a:solidFill>
                <a:schemeClr val="bg1"/>
              </a:solidFill>
            </a:endParaRPr>
          </a:p>
        </p:txBody>
      </p:sp>
      <p:pic>
        <p:nvPicPr>
          <p:cNvPr id="29" name="pic"/>
          <p:cNvPicPr>
            <a:picLocks noChangeAspect="1"/>
          </p:cNvPicPr>
          <p:nvPr userDrawn="1"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68529" y="2671933"/>
            <a:ext cx="8663424" cy="42136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9428725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삼광윈테크_공장동_2층_남쪽">
    <p:bg>
      <p:bgPr>
        <a:solidFill>
          <a:srgbClr val="FF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직사각형 5"/>
          <p:cNvSpPr/>
          <p:nvPr userDrawn="1"/>
        </p:nvSpPr>
        <p:spPr>
          <a:xfrm>
            <a:off x="385512" y="1513058"/>
            <a:ext cx="12031077" cy="7734716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2117"/>
          </a:p>
        </p:txBody>
      </p:sp>
      <p:sp>
        <p:nvSpPr>
          <p:cNvPr id="7" name="TextBox 6"/>
          <p:cNvSpPr txBox="1"/>
          <p:nvPr userDrawn="1"/>
        </p:nvSpPr>
        <p:spPr>
          <a:xfrm>
            <a:off x="385512" y="361525"/>
            <a:ext cx="4031873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6000" b="1" dirty="0" err="1" smtClean="0">
                <a:solidFill>
                  <a:schemeClr val="bg1"/>
                </a:solidFill>
              </a:rPr>
              <a:t>피난안내도</a:t>
            </a:r>
            <a:endParaRPr lang="ko-KR" altLang="en-US" sz="6000" b="1" dirty="0">
              <a:solidFill>
                <a:schemeClr val="bg1"/>
              </a:solidFill>
            </a:endParaRPr>
          </a:p>
        </p:txBody>
      </p:sp>
      <p:sp>
        <p:nvSpPr>
          <p:cNvPr id="8" name="TextBox 7"/>
          <p:cNvSpPr txBox="1"/>
          <p:nvPr userDrawn="1"/>
        </p:nvSpPr>
        <p:spPr>
          <a:xfrm>
            <a:off x="4417385" y="497395"/>
            <a:ext cx="3750322" cy="74392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117" b="1" dirty="0" smtClean="0">
                <a:solidFill>
                  <a:schemeClr val="bg1"/>
                </a:solidFill>
              </a:rPr>
              <a:t>Emergency</a:t>
            </a:r>
            <a:r>
              <a:rPr lang="en-US" altLang="ko-KR" sz="2117" b="1" baseline="0" dirty="0" smtClean="0">
                <a:solidFill>
                  <a:schemeClr val="bg1"/>
                </a:solidFill>
              </a:rPr>
              <a:t> Evacuation map</a:t>
            </a:r>
          </a:p>
          <a:p>
            <a:pPr marL="0" marR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vi-VN" altLang="ko-KR" sz="2117" b="1" dirty="0" smtClean="0">
                <a:solidFill>
                  <a:schemeClr val="bg1"/>
                </a:solidFill>
              </a:rPr>
              <a:t>Sơ đồ thoát hiểm khẩn cấp</a:t>
            </a:r>
          </a:p>
        </p:txBody>
      </p:sp>
      <p:pic>
        <p:nvPicPr>
          <p:cNvPr id="10" name="pic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6808375" y="7837810"/>
            <a:ext cx="393649" cy="393649"/>
          </a:xfrm>
          <a:prstGeom prst="rect">
            <a:avLst/>
          </a:prstGeom>
        </p:spPr>
      </p:pic>
      <p:pic>
        <p:nvPicPr>
          <p:cNvPr id="11" name="pic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5755306" y="7816379"/>
            <a:ext cx="262174" cy="447168"/>
          </a:xfrm>
          <a:prstGeom prst="rect">
            <a:avLst/>
          </a:prstGeom>
        </p:spPr>
      </p:pic>
      <p:pic>
        <p:nvPicPr>
          <p:cNvPr id="12" name="pic"/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2792567" y="7843953"/>
            <a:ext cx="393649" cy="393649"/>
          </a:xfrm>
          <a:prstGeom prst="rect">
            <a:avLst/>
          </a:prstGeom>
        </p:spPr>
      </p:pic>
      <p:pic>
        <p:nvPicPr>
          <p:cNvPr id="13" name="pic"/>
          <p:cNvPicPr>
            <a:picLocks noChangeAspect="1"/>
          </p:cNvPicPr>
          <p:nvPr userDrawn="1"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423" t="-3893" r="21147" b="36695"/>
          <a:stretch/>
        </p:blipFill>
        <p:spPr>
          <a:xfrm rot="10800000">
            <a:off x="3985089" y="7861322"/>
            <a:ext cx="617742" cy="356920"/>
          </a:xfrm>
          <a:prstGeom prst="rect">
            <a:avLst/>
          </a:prstGeom>
        </p:spPr>
      </p:pic>
      <p:pic>
        <p:nvPicPr>
          <p:cNvPr id="14" name="pic"/>
          <p:cNvPicPr>
            <a:picLocks noChangeAspect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666115" y="7797996"/>
            <a:ext cx="239498" cy="447168"/>
          </a:xfrm>
          <a:prstGeom prst="rect">
            <a:avLst/>
          </a:prstGeom>
        </p:spPr>
      </p:pic>
      <p:pic>
        <p:nvPicPr>
          <p:cNvPr id="16" name="그림 15"/>
          <p:cNvPicPr>
            <a:picLocks noChangeAspect="1"/>
          </p:cNvPicPr>
          <p:nvPr userDrawn="1"/>
        </p:nvPicPr>
        <p:blipFill>
          <a:blip r:embed="rId7"/>
          <a:stretch>
            <a:fillRect/>
          </a:stretch>
        </p:blipFill>
        <p:spPr>
          <a:xfrm>
            <a:off x="9083842" y="1806569"/>
            <a:ext cx="3078925" cy="6643453"/>
          </a:xfrm>
          <a:prstGeom prst="rect">
            <a:avLst/>
          </a:prstGeom>
        </p:spPr>
      </p:pic>
      <p:grpSp>
        <p:nvGrpSpPr>
          <p:cNvPr id="3" name="그룹 2"/>
          <p:cNvGrpSpPr/>
          <p:nvPr userDrawn="1"/>
        </p:nvGrpSpPr>
        <p:grpSpPr>
          <a:xfrm>
            <a:off x="1016633" y="7903222"/>
            <a:ext cx="7436089" cy="821859"/>
            <a:chOff x="1393930" y="7010512"/>
            <a:chExt cx="7436089" cy="821859"/>
          </a:xfrm>
        </p:grpSpPr>
        <p:sp>
          <p:nvSpPr>
            <p:cNvPr id="15" name="TextBox 14"/>
            <p:cNvSpPr txBox="1"/>
            <p:nvPr userDrawn="1"/>
          </p:nvSpPr>
          <p:spPr>
            <a:xfrm>
              <a:off x="1393930" y="7010512"/>
              <a:ext cx="7268336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1400" b="1" dirty="0" smtClean="0">
                  <a:latin typeface="+mn-ea"/>
                  <a:ea typeface="+mn-ea"/>
                </a:rPr>
                <a:t>범례 </a:t>
              </a:r>
              <a:r>
                <a:rPr lang="en-US" altLang="ko-KR" sz="1400" b="1" dirty="0" smtClean="0">
                  <a:latin typeface="+mn-ea"/>
                  <a:ea typeface="+mn-ea"/>
                </a:rPr>
                <a:t>:      </a:t>
              </a:r>
              <a:r>
                <a:rPr lang="ko-KR" altLang="en-US" sz="1400" b="1" dirty="0" err="1" smtClean="0">
                  <a:latin typeface="+mn-ea"/>
                  <a:ea typeface="+mn-ea"/>
                </a:rPr>
                <a:t>현위치</a:t>
              </a:r>
              <a:r>
                <a:rPr lang="ko-KR" altLang="en-US" sz="1400" b="1" dirty="0" smtClean="0">
                  <a:latin typeface="+mn-ea"/>
                  <a:ea typeface="+mn-ea"/>
                </a:rPr>
                <a:t>             비상구             </a:t>
              </a:r>
              <a:r>
                <a:rPr lang="ko-KR" altLang="en-US" sz="1400" b="1" dirty="0" err="1" smtClean="0">
                  <a:latin typeface="+mn-ea"/>
                  <a:ea typeface="+mn-ea"/>
                </a:rPr>
                <a:t>피난동선</a:t>
              </a:r>
              <a:r>
                <a:rPr lang="ko-KR" altLang="en-US" sz="1400" b="1" dirty="0" smtClean="0">
                  <a:latin typeface="+mn-ea"/>
                  <a:ea typeface="+mn-ea"/>
                </a:rPr>
                <a:t>           </a:t>
              </a:r>
              <a:r>
                <a:rPr lang="ko-KR" altLang="en-US" sz="1400" b="1" baseline="0" dirty="0" smtClean="0">
                  <a:latin typeface="+mn-ea"/>
                  <a:ea typeface="+mn-ea"/>
                </a:rPr>
                <a:t> </a:t>
              </a:r>
              <a:r>
                <a:rPr lang="ko-KR" altLang="en-US" sz="1400" b="1" dirty="0" smtClean="0">
                  <a:latin typeface="+mn-ea"/>
                  <a:ea typeface="+mn-ea"/>
                </a:rPr>
                <a:t>소화기          </a:t>
              </a:r>
              <a:r>
                <a:rPr lang="ko-KR" altLang="en-US" sz="1400" b="1" dirty="0" err="1" smtClean="0">
                  <a:latin typeface="+mn-ea"/>
                  <a:ea typeface="+mn-ea"/>
                </a:rPr>
                <a:t>소화호스</a:t>
              </a:r>
              <a:r>
                <a:rPr lang="ko-KR" altLang="en-US" sz="1400" b="1" dirty="0" smtClean="0">
                  <a:latin typeface="+mn-ea"/>
                  <a:ea typeface="+mn-ea"/>
                </a:rPr>
                <a:t>  </a:t>
              </a:r>
              <a:endParaRPr lang="ko-KR" altLang="en-US" sz="1400" b="1" dirty="0">
                <a:latin typeface="+mn-ea"/>
                <a:ea typeface="+mn-ea"/>
              </a:endParaRPr>
            </a:p>
          </p:txBody>
        </p:sp>
        <p:sp>
          <p:nvSpPr>
            <p:cNvPr id="17" name="TextBox 16"/>
            <p:cNvSpPr txBox="1"/>
            <p:nvPr userDrawn="1"/>
          </p:nvSpPr>
          <p:spPr>
            <a:xfrm>
              <a:off x="2043413" y="7283631"/>
              <a:ext cx="6436698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200" b="1" dirty="0" smtClean="0"/>
                <a:t>(You Are Here) </a:t>
              </a:r>
              <a:r>
                <a:rPr lang="en-US" altLang="ko-KR" sz="1200" b="1" baseline="0" dirty="0" smtClean="0"/>
                <a:t> </a:t>
              </a:r>
              <a:r>
                <a:rPr lang="en-US" altLang="ko-KR" sz="1200" b="1" dirty="0" smtClean="0"/>
                <a:t>        (Emergency Exit)         (Evacuation Route)      (Fire Extinguisher)         (Fire Hose)</a:t>
              </a:r>
            </a:p>
          </p:txBody>
        </p:sp>
        <p:sp>
          <p:nvSpPr>
            <p:cNvPr id="2" name="직사각형 1"/>
            <p:cNvSpPr/>
            <p:nvPr userDrawn="1"/>
          </p:nvSpPr>
          <p:spPr>
            <a:xfrm>
              <a:off x="2043412" y="7555372"/>
              <a:ext cx="6786607" cy="276999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altLang="ko-KR" sz="1200" b="1" dirty="0" smtClean="0"/>
                <a:t>(</a:t>
              </a:r>
              <a:r>
                <a:rPr lang="en-US" altLang="ko-KR" sz="1200" b="1" dirty="0" err="1" smtClean="0"/>
                <a:t>Vị</a:t>
              </a:r>
              <a:r>
                <a:rPr lang="en-US" altLang="ko-KR" sz="1200" b="1" dirty="0" smtClean="0"/>
                <a:t> </a:t>
              </a:r>
              <a:r>
                <a:rPr lang="en-US" altLang="ko-KR" sz="1200" b="1" dirty="0" err="1" smtClean="0"/>
                <a:t>trí</a:t>
              </a:r>
              <a:r>
                <a:rPr lang="en-US" altLang="ko-KR" sz="1200" b="1" dirty="0" smtClean="0"/>
                <a:t> </a:t>
              </a:r>
              <a:r>
                <a:rPr lang="en-US" altLang="ko-KR" sz="1200" b="1" dirty="0" err="1" smtClean="0"/>
                <a:t>hiện</a:t>
              </a:r>
              <a:r>
                <a:rPr lang="en-US" altLang="ko-KR" sz="1200" b="1" dirty="0" smtClean="0"/>
                <a:t> </a:t>
              </a:r>
              <a:r>
                <a:rPr lang="en-US" altLang="ko-KR" sz="1200" b="1" dirty="0" err="1" smtClean="0"/>
                <a:t>tại</a:t>
              </a:r>
              <a:r>
                <a:rPr lang="en-US" altLang="ko-KR" sz="1200" b="1" dirty="0" smtClean="0"/>
                <a:t>)           (</a:t>
              </a:r>
              <a:r>
                <a:rPr lang="en-US" altLang="ko-KR" sz="1200" b="1" dirty="0" err="1" smtClean="0"/>
                <a:t>Lối</a:t>
              </a:r>
              <a:r>
                <a:rPr lang="en-US" altLang="ko-KR" sz="1200" b="1" dirty="0" smtClean="0"/>
                <a:t> </a:t>
              </a:r>
              <a:r>
                <a:rPr lang="en-US" altLang="ko-KR" sz="1200" b="1" dirty="0" err="1" smtClean="0"/>
                <a:t>thoát</a:t>
              </a:r>
              <a:r>
                <a:rPr lang="en-US" altLang="ko-KR" sz="1200" b="1" dirty="0" smtClean="0"/>
                <a:t> </a:t>
              </a:r>
              <a:r>
                <a:rPr lang="en-US" altLang="ko-KR" sz="1200" b="1" dirty="0" err="1" smtClean="0"/>
                <a:t>hiểm</a:t>
              </a:r>
              <a:r>
                <a:rPr lang="en-US" altLang="ko-KR" sz="1200" b="1" dirty="0" smtClean="0"/>
                <a:t>)             (</a:t>
              </a:r>
              <a:r>
                <a:rPr lang="en-US" altLang="ko-KR" sz="1200" b="1" dirty="0" err="1" smtClean="0"/>
                <a:t>Lối</a:t>
              </a:r>
              <a:r>
                <a:rPr lang="en-US" altLang="ko-KR" sz="1200" b="1" dirty="0" smtClean="0"/>
                <a:t> </a:t>
              </a:r>
              <a:r>
                <a:rPr lang="en-US" altLang="ko-KR" sz="1200" b="1" dirty="0" err="1" smtClean="0"/>
                <a:t>thoát</a:t>
              </a:r>
              <a:r>
                <a:rPr lang="en-US" altLang="ko-KR" sz="1200" b="1" dirty="0" smtClean="0"/>
                <a:t> </a:t>
              </a:r>
              <a:r>
                <a:rPr lang="en-US" altLang="ko-KR" sz="1200" b="1" dirty="0" err="1" smtClean="0"/>
                <a:t>nạn</a:t>
              </a:r>
              <a:r>
                <a:rPr lang="en-US" altLang="ko-KR" sz="1200" b="1" dirty="0" smtClean="0"/>
                <a:t>)           (</a:t>
              </a:r>
              <a:r>
                <a:rPr lang="en-US" altLang="ko-KR" sz="1200" b="1" dirty="0" err="1" smtClean="0"/>
                <a:t>Bình</a:t>
              </a:r>
              <a:r>
                <a:rPr lang="en-US" altLang="ko-KR" sz="1200" b="1" dirty="0" smtClean="0"/>
                <a:t> </a:t>
              </a:r>
              <a:r>
                <a:rPr lang="en-US" altLang="ko-KR" sz="1200" b="1" dirty="0" err="1" smtClean="0"/>
                <a:t>chữa</a:t>
              </a:r>
              <a:r>
                <a:rPr lang="en-US" altLang="ko-KR" sz="1200" b="1" dirty="0" smtClean="0"/>
                <a:t> </a:t>
              </a:r>
              <a:r>
                <a:rPr lang="en-US" altLang="ko-KR" sz="1200" b="1" dirty="0" err="1" smtClean="0"/>
                <a:t>cháy</a:t>
              </a:r>
              <a:r>
                <a:rPr lang="en-US" altLang="ko-KR" sz="1200" b="1" dirty="0" smtClean="0"/>
                <a:t>)    </a:t>
              </a:r>
              <a:r>
                <a:rPr lang="en-US" altLang="ko-KR" sz="1200" b="1" baseline="0" dirty="0" smtClean="0"/>
                <a:t> </a:t>
              </a:r>
              <a:r>
                <a:rPr lang="en-US" altLang="ko-KR" sz="1200" b="1" dirty="0" smtClean="0"/>
                <a:t>  (</a:t>
              </a:r>
              <a:r>
                <a:rPr lang="en-US" altLang="ko-KR" sz="1200" b="1" dirty="0" err="1" smtClean="0"/>
                <a:t>Vòi</a:t>
              </a:r>
              <a:r>
                <a:rPr lang="en-US" altLang="ko-KR" sz="1200" b="1" dirty="0" smtClean="0"/>
                <a:t> </a:t>
              </a:r>
              <a:r>
                <a:rPr lang="en-US" altLang="ko-KR" sz="1200" b="1" dirty="0" err="1" smtClean="0"/>
                <a:t>chữa</a:t>
              </a:r>
              <a:r>
                <a:rPr lang="en-US" altLang="ko-KR" sz="1200" b="1" dirty="0" smtClean="0"/>
                <a:t> </a:t>
              </a:r>
              <a:r>
                <a:rPr lang="en-US" altLang="ko-KR" sz="1200" b="1" dirty="0" err="1" smtClean="0"/>
                <a:t>cháy</a:t>
              </a:r>
              <a:r>
                <a:rPr lang="en-US" altLang="ko-KR" sz="1200" b="1" dirty="0" smtClean="0"/>
                <a:t>)</a:t>
              </a:r>
              <a:endParaRPr lang="en-US" altLang="ko-KR" sz="1200" b="1" dirty="0"/>
            </a:p>
          </p:txBody>
        </p:sp>
      </p:grpSp>
      <p:sp>
        <p:nvSpPr>
          <p:cNvPr id="19" name="TextBox 18"/>
          <p:cNvSpPr txBox="1"/>
          <p:nvPr userDrawn="1"/>
        </p:nvSpPr>
        <p:spPr>
          <a:xfrm>
            <a:off x="8247279" y="637453"/>
            <a:ext cx="427232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ko-KR" altLang="en-US" sz="3200" b="1" dirty="0" err="1" smtClean="0">
                <a:solidFill>
                  <a:schemeClr val="bg1"/>
                </a:solidFill>
              </a:rPr>
              <a:t>삼광윈테크</a:t>
            </a:r>
            <a:r>
              <a:rPr lang="ko-KR" altLang="en-US" sz="3200" b="1" dirty="0" smtClean="0">
                <a:solidFill>
                  <a:schemeClr val="bg1"/>
                </a:solidFill>
              </a:rPr>
              <a:t> </a:t>
            </a:r>
            <a:r>
              <a:rPr lang="ko-KR" altLang="en-US" sz="3200" b="1" dirty="0" err="1" smtClean="0">
                <a:solidFill>
                  <a:schemeClr val="bg1"/>
                </a:solidFill>
              </a:rPr>
              <a:t>공장동</a:t>
            </a:r>
            <a:r>
              <a:rPr lang="ko-KR" altLang="en-US" sz="3200" b="1" dirty="0" smtClean="0">
                <a:solidFill>
                  <a:schemeClr val="bg1"/>
                </a:solidFill>
              </a:rPr>
              <a:t> </a:t>
            </a:r>
            <a:r>
              <a:rPr lang="en-US" altLang="ko-KR" sz="3200" b="1" dirty="0" smtClean="0">
                <a:solidFill>
                  <a:schemeClr val="bg1"/>
                </a:solidFill>
              </a:rPr>
              <a:t>2</a:t>
            </a:r>
            <a:r>
              <a:rPr lang="ko-KR" altLang="en-US" sz="3200" b="1" dirty="0" smtClean="0">
                <a:solidFill>
                  <a:schemeClr val="bg1"/>
                </a:solidFill>
              </a:rPr>
              <a:t>층</a:t>
            </a:r>
            <a:endParaRPr lang="ko-KR" altLang="en-US" sz="3200" b="1" dirty="0">
              <a:solidFill>
                <a:schemeClr val="bg1"/>
              </a:solidFill>
            </a:endParaRPr>
          </a:p>
        </p:txBody>
      </p:sp>
      <p:pic>
        <p:nvPicPr>
          <p:cNvPr id="29" name="pic"/>
          <p:cNvPicPr>
            <a:picLocks noChangeAspect="1"/>
          </p:cNvPicPr>
          <p:nvPr userDrawn="1"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 rot="10800000">
            <a:off x="385512" y="2701779"/>
            <a:ext cx="8602058" cy="41838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50883778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삼광윈테크_공장동_2층_서쪽">
    <p:bg>
      <p:bgPr>
        <a:solidFill>
          <a:srgbClr val="FF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직사각형 5"/>
          <p:cNvSpPr/>
          <p:nvPr userDrawn="1"/>
        </p:nvSpPr>
        <p:spPr>
          <a:xfrm>
            <a:off x="385512" y="1353038"/>
            <a:ext cx="12031077" cy="7734716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2117"/>
          </a:p>
        </p:txBody>
      </p:sp>
      <p:sp>
        <p:nvSpPr>
          <p:cNvPr id="7" name="TextBox 6"/>
          <p:cNvSpPr txBox="1"/>
          <p:nvPr userDrawn="1"/>
        </p:nvSpPr>
        <p:spPr>
          <a:xfrm>
            <a:off x="385512" y="361525"/>
            <a:ext cx="4031873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6000" b="1" dirty="0" err="1" smtClean="0">
                <a:solidFill>
                  <a:schemeClr val="bg1"/>
                </a:solidFill>
              </a:rPr>
              <a:t>피난안내도</a:t>
            </a:r>
            <a:endParaRPr lang="ko-KR" altLang="en-US" sz="6000" b="1" dirty="0">
              <a:solidFill>
                <a:schemeClr val="bg1"/>
              </a:solidFill>
            </a:endParaRPr>
          </a:p>
        </p:txBody>
      </p:sp>
      <p:sp>
        <p:nvSpPr>
          <p:cNvPr id="8" name="TextBox 7"/>
          <p:cNvSpPr txBox="1"/>
          <p:nvPr userDrawn="1"/>
        </p:nvSpPr>
        <p:spPr>
          <a:xfrm>
            <a:off x="4417385" y="497395"/>
            <a:ext cx="3750322" cy="74392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117" b="1" dirty="0" smtClean="0">
                <a:solidFill>
                  <a:schemeClr val="bg1"/>
                </a:solidFill>
              </a:rPr>
              <a:t>Emergency</a:t>
            </a:r>
            <a:r>
              <a:rPr lang="en-US" altLang="ko-KR" sz="2117" b="1" baseline="0" dirty="0" smtClean="0">
                <a:solidFill>
                  <a:schemeClr val="bg1"/>
                </a:solidFill>
              </a:rPr>
              <a:t> Evacuation map</a:t>
            </a:r>
          </a:p>
          <a:p>
            <a:pPr marL="0" marR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vi-VN" altLang="ko-KR" sz="2117" b="1" dirty="0" smtClean="0">
                <a:solidFill>
                  <a:schemeClr val="bg1"/>
                </a:solidFill>
              </a:rPr>
              <a:t>Sơ đồ thoát hiểm khẩn cấp</a:t>
            </a:r>
          </a:p>
        </p:txBody>
      </p:sp>
      <p:pic>
        <p:nvPicPr>
          <p:cNvPr id="10" name="pic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6752638" y="6423833"/>
            <a:ext cx="393649" cy="393649"/>
          </a:xfrm>
          <a:prstGeom prst="rect">
            <a:avLst/>
          </a:prstGeom>
        </p:spPr>
      </p:pic>
      <p:pic>
        <p:nvPicPr>
          <p:cNvPr id="11" name="pic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6818374" y="5414285"/>
            <a:ext cx="262174" cy="447168"/>
          </a:xfrm>
          <a:prstGeom prst="rect">
            <a:avLst/>
          </a:prstGeom>
        </p:spPr>
      </p:pic>
      <p:pic>
        <p:nvPicPr>
          <p:cNvPr id="12" name="pic"/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6752638" y="3496231"/>
            <a:ext cx="393649" cy="393649"/>
          </a:xfrm>
          <a:prstGeom prst="rect">
            <a:avLst/>
          </a:prstGeom>
        </p:spPr>
      </p:pic>
      <p:pic>
        <p:nvPicPr>
          <p:cNvPr id="13" name="pic"/>
          <p:cNvPicPr>
            <a:picLocks noChangeAspect="1"/>
          </p:cNvPicPr>
          <p:nvPr userDrawn="1"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423" t="-3893" r="21147" b="36695"/>
          <a:stretch/>
        </p:blipFill>
        <p:spPr>
          <a:xfrm rot="10800000">
            <a:off x="6640591" y="4494694"/>
            <a:ext cx="617742" cy="356920"/>
          </a:xfrm>
          <a:prstGeom prst="rect">
            <a:avLst/>
          </a:prstGeom>
        </p:spPr>
      </p:pic>
      <p:pic>
        <p:nvPicPr>
          <p:cNvPr id="14" name="pic"/>
          <p:cNvPicPr>
            <a:picLocks noChangeAspect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6830761" y="2477885"/>
            <a:ext cx="239498" cy="447168"/>
          </a:xfrm>
          <a:prstGeom prst="rect">
            <a:avLst/>
          </a:prstGeom>
        </p:spPr>
      </p:pic>
      <p:pic>
        <p:nvPicPr>
          <p:cNvPr id="16" name="그림 15"/>
          <p:cNvPicPr>
            <a:picLocks noChangeAspect="1"/>
          </p:cNvPicPr>
          <p:nvPr userDrawn="1"/>
        </p:nvPicPr>
        <p:blipFill>
          <a:blip r:embed="rId7"/>
          <a:stretch>
            <a:fillRect/>
          </a:stretch>
        </p:blipFill>
        <p:spPr>
          <a:xfrm>
            <a:off x="9083842" y="1806569"/>
            <a:ext cx="3078925" cy="6643453"/>
          </a:xfrm>
          <a:prstGeom prst="rect">
            <a:avLst/>
          </a:prstGeom>
        </p:spPr>
      </p:pic>
      <p:sp>
        <p:nvSpPr>
          <p:cNvPr id="4" name="직사각형 3"/>
          <p:cNvSpPr/>
          <p:nvPr userDrawn="1"/>
        </p:nvSpPr>
        <p:spPr>
          <a:xfrm>
            <a:off x="7324081" y="2378304"/>
            <a:ext cx="1164229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ko-KR" altLang="en-US" sz="1200" b="1" dirty="0" err="1" smtClean="0">
                <a:latin typeface="+mn-ea"/>
                <a:ea typeface="+mn-ea"/>
              </a:rPr>
              <a:t>현위치</a:t>
            </a:r>
            <a:endParaRPr lang="en-US" altLang="ko-KR" sz="1200" b="1" dirty="0" smtClean="0">
              <a:latin typeface="+mn-ea"/>
              <a:ea typeface="+mn-ea"/>
            </a:endParaRPr>
          </a:p>
          <a:p>
            <a:pPr algn="ctr"/>
            <a:r>
              <a:rPr lang="en-US" altLang="ko-KR" sz="1200" b="1" dirty="0" smtClean="0"/>
              <a:t>(</a:t>
            </a:r>
            <a:r>
              <a:rPr lang="en-US" altLang="ko-KR" sz="1200" b="1" dirty="0" err="1" smtClean="0"/>
              <a:t>Vị</a:t>
            </a:r>
            <a:r>
              <a:rPr lang="en-US" altLang="ko-KR" sz="1200" b="1" dirty="0" smtClean="0"/>
              <a:t> </a:t>
            </a:r>
            <a:r>
              <a:rPr lang="en-US" altLang="ko-KR" sz="1200" b="1" dirty="0" err="1" smtClean="0"/>
              <a:t>trí</a:t>
            </a:r>
            <a:r>
              <a:rPr lang="en-US" altLang="ko-KR" sz="1200" b="1" dirty="0" smtClean="0"/>
              <a:t> </a:t>
            </a:r>
            <a:r>
              <a:rPr lang="en-US" altLang="ko-KR" sz="1200" b="1" dirty="0" err="1" smtClean="0"/>
              <a:t>hiện</a:t>
            </a:r>
            <a:r>
              <a:rPr lang="en-US" altLang="ko-KR" sz="1200" b="1" dirty="0" smtClean="0"/>
              <a:t> </a:t>
            </a:r>
            <a:r>
              <a:rPr lang="en-US" altLang="ko-KR" sz="1200" b="1" dirty="0" err="1" smtClean="0"/>
              <a:t>tại</a:t>
            </a:r>
            <a:r>
              <a:rPr lang="en-US" altLang="ko-KR" sz="1200" b="1" dirty="0" smtClean="0"/>
              <a:t>)</a:t>
            </a:r>
            <a:r>
              <a:rPr lang="ko-KR" altLang="en-US" sz="1200" b="1" dirty="0" smtClean="0">
                <a:latin typeface="+mn-ea"/>
                <a:ea typeface="+mn-ea"/>
              </a:rPr>
              <a:t> </a:t>
            </a:r>
            <a:endParaRPr lang="en-US" altLang="ko-KR" sz="1200" b="1" dirty="0" smtClean="0">
              <a:latin typeface="+mn-ea"/>
              <a:ea typeface="+mn-ea"/>
            </a:endParaRPr>
          </a:p>
          <a:p>
            <a:pPr algn="ctr"/>
            <a:r>
              <a:rPr lang="en-US" altLang="ko-KR" sz="1200" b="1" dirty="0" smtClean="0"/>
              <a:t>(You Are Here)</a:t>
            </a:r>
            <a:endParaRPr lang="ko-KR" altLang="en-US" sz="1200" dirty="0"/>
          </a:p>
        </p:txBody>
      </p:sp>
      <p:sp>
        <p:nvSpPr>
          <p:cNvPr id="5" name="직사각형 4"/>
          <p:cNvSpPr/>
          <p:nvPr userDrawn="1"/>
        </p:nvSpPr>
        <p:spPr>
          <a:xfrm>
            <a:off x="7237212" y="3369889"/>
            <a:ext cx="1252009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ko-KR" altLang="en-US" sz="1200" b="1" dirty="0" smtClean="0">
                <a:latin typeface="+mn-ea"/>
                <a:ea typeface="+mn-ea"/>
              </a:rPr>
              <a:t> 비상구</a:t>
            </a:r>
            <a:endParaRPr lang="en-US" altLang="ko-KR" sz="1200" b="1" dirty="0" smtClean="0">
              <a:latin typeface="+mn-ea"/>
              <a:ea typeface="+mn-ea"/>
            </a:endParaRPr>
          </a:p>
          <a:p>
            <a:pPr algn="ctr"/>
            <a:r>
              <a:rPr lang="en-US" altLang="ko-KR" sz="1200" b="1" dirty="0" smtClean="0"/>
              <a:t>(</a:t>
            </a:r>
            <a:r>
              <a:rPr lang="en-US" altLang="ko-KR" sz="1200" b="1" dirty="0" err="1" smtClean="0"/>
              <a:t>Lối</a:t>
            </a:r>
            <a:r>
              <a:rPr lang="en-US" altLang="ko-KR" sz="1200" b="1" dirty="0" smtClean="0"/>
              <a:t> </a:t>
            </a:r>
            <a:r>
              <a:rPr lang="en-US" altLang="ko-KR" sz="1200" b="1" dirty="0" err="1" smtClean="0"/>
              <a:t>thoát</a:t>
            </a:r>
            <a:r>
              <a:rPr lang="en-US" altLang="ko-KR" sz="1200" b="1" dirty="0" smtClean="0"/>
              <a:t> </a:t>
            </a:r>
            <a:r>
              <a:rPr lang="en-US" altLang="ko-KR" sz="1200" b="1" dirty="0" err="1" smtClean="0"/>
              <a:t>hiểm</a:t>
            </a:r>
            <a:r>
              <a:rPr lang="en-US" altLang="ko-KR" sz="1200" b="1" dirty="0" smtClean="0"/>
              <a:t>)</a:t>
            </a:r>
          </a:p>
          <a:p>
            <a:pPr algn="ctr"/>
            <a:r>
              <a:rPr lang="en-US" altLang="ko-KR" sz="1200" b="1" dirty="0" smtClean="0"/>
              <a:t>(Emergency Exit)</a:t>
            </a:r>
            <a:endParaRPr lang="ko-KR" altLang="en-US" sz="1200" dirty="0"/>
          </a:p>
        </p:txBody>
      </p:sp>
      <p:sp>
        <p:nvSpPr>
          <p:cNvPr id="9" name="직사각형 8"/>
          <p:cNvSpPr/>
          <p:nvPr userDrawn="1"/>
        </p:nvSpPr>
        <p:spPr>
          <a:xfrm>
            <a:off x="7183103" y="4361474"/>
            <a:ext cx="1390765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ko-KR" altLang="en-US" sz="1200" b="1" dirty="0" err="1" smtClean="0">
                <a:latin typeface="+mn-ea"/>
                <a:ea typeface="+mn-ea"/>
              </a:rPr>
              <a:t>피난동선</a:t>
            </a:r>
            <a:endParaRPr lang="en-US" altLang="ko-KR" sz="1200" b="1" dirty="0" smtClean="0">
              <a:latin typeface="+mn-ea"/>
              <a:ea typeface="+mn-ea"/>
            </a:endParaRPr>
          </a:p>
          <a:p>
            <a:pPr algn="ctr"/>
            <a:r>
              <a:rPr lang="en-US" altLang="ko-KR" sz="1200" b="1" dirty="0" smtClean="0"/>
              <a:t>(</a:t>
            </a:r>
            <a:r>
              <a:rPr lang="en-US" altLang="ko-KR" sz="1200" b="1" dirty="0" err="1" smtClean="0"/>
              <a:t>Lối</a:t>
            </a:r>
            <a:r>
              <a:rPr lang="en-US" altLang="ko-KR" sz="1200" b="1" dirty="0" smtClean="0"/>
              <a:t> </a:t>
            </a:r>
            <a:r>
              <a:rPr lang="en-US" altLang="ko-KR" sz="1200" b="1" dirty="0" err="1" smtClean="0"/>
              <a:t>thoát</a:t>
            </a:r>
            <a:r>
              <a:rPr lang="en-US" altLang="ko-KR" sz="1200" b="1" dirty="0" smtClean="0"/>
              <a:t> </a:t>
            </a:r>
            <a:r>
              <a:rPr lang="en-US" altLang="ko-KR" sz="1200" b="1" dirty="0" err="1" smtClean="0"/>
              <a:t>nạn</a:t>
            </a:r>
            <a:r>
              <a:rPr lang="en-US" altLang="ko-KR" sz="1200" b="1" dirty="0" smtClean="0"/>
              <a:t>)</a:t>
            </a:r>
          </a:p>
          <a:p>
            <a:pPr algn="ctr"/>
            <a:r>
              <a:rPr lang="en-US" altLang="ko-KR" sz="1200" b="1" dirty="0" smtClean="0"/>
              <a:t>(Evacuation Route)</a:t>
            </a:r>
            <a:endParaRPr lang="ko-KR" altLang="en-US" sz="1200" dirty="0"/>
          </a:p>
        </p:txBody>
      </p:sp>
      <p:sp>
        <p:nvSpPr>
          <p:cNvPr id="19" name="직사각형 18"/>
          <p:cNvSpPr/>
          <p:nvPr userDrawn="1"/>
        </p:nvSpPr>
        <p:spPr>
          <a:xfrm>
            <a:off x="7258333" y="5279546"/>
            <a:ext cx="1346715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ko-KR" altLang="en-US" sz="1200" b="1" dirty="0" smtClean="0">
                <a:latin typeface="+mn-ea"/>
                <a:ea typeface="+mn-ea"/>
              </a:rPr>
              <a:t>소화기</a:t>
            </a:r>
            <a:endParaRPr lang="en-US" altLang="ko-KR" sz="1200" b="1" dirty="0" smtClean="0">
              <a:latin typeface="+mn-ea"/>
              <a:ea typeface="+mn-ea"/>
            </a:endParaRPr>
          </a:p>
          <a:p>
            <a:pPr algn="ctr"/>
            <a:r>
              <a:rPr lang="en-US" altLang="ko-KR" sz="1200" b="1" dirty="0" smtClean="0"/>
              <a:t>(</a:t>
            </a:r>
            <a:r>
              <a:rPr lang="en-US" altLang="ko-KR" sz="1200" b="1" dirty="0" err="1" smtClean="0"/>
              <a:t>Bình</a:t>
            </a:r>
            <a:r>
              <a:rPr lang="en-US" altLang="ko-KR" sz="1200" b="1" dirty="0" smtClean="0"/>
              <a:t> </a:t>
            </a:r>
            <a:r>
              <a:rPr lang="en-US" altLang="ko-KR" sz="1200" b="1" dirty="0" err="1" smtClean="0"/>
              <a:t>chữa</a:t>
            </a:r>
            <a:r>
              <a:rPr lang="en-US" altLang="ko-KR" sz="1200" b="1" dirty="0" smtClean="0"/>
              <a:t> </a:t>
            </a:r>
            <a:r>
              <a:rPr lang="en-US" altLang="ko-KR" sz="1200" b="1" dirty="0" err="1" smtClean="0"/>
              <a:t>cháy</a:t>
            </a:r>
            <a:r>
              <a:rPr lang="en-US" altLang="ko-KR" sz="1200" b="1" dirty="0" smtClean="0"/>
              <a:t>)</a:t>
            </a:r>
          </a:p>
          <a:p>
            <a:pPr algn="ctr"/>
            <a:r>
              <a:rPr lang="en-US" altLang="ko-KR" sz="1200" b="1" dirty="0" smtClean="0"/>
              <a:t>(Fire Extinguisher)</a:t>
            </a:r>
            <a:endParaRPr lang="ko-KR" altLang="en-US" sz="1200" dirty="0"/>
          </a:p>
        </p:txBody>
      </p:sp>
      <p:sp>
        <p:nvSpPr>
          <p:cNvPr id="20" name="직사각형 19"/>
          <p:cNvSpPr/>
          <p:nvPr userDrawn="1"/>
        </p:nvSpPr>
        <p:spPr>
          <a:xfrm>
            <a:off x="7320265" y="6289117"/>
            <a:ext cx="1171859" cy="83099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ko-KR" altLang="en-US" sz="1200" b="1" dirty="0" smtClean="0">
                <a:latin typeface="+mn-ea"/>
                <a:ea typeface="+mn-ea"/>
              </a:rPr>
              <a:t> </a:t>
            </a:r>
            <a:r>
              <a:rPr lang="ko-KR" altLang="en-US" sz="1200" b="1" dirty="0" err="1" smtClean="0">
                <a:latin typeface="+mn-ea"/>
                <a:ea typeface="+mn-ea"/>
              </a:rPr>
              <a:t>소화호스</a:t>
            </a:r>
            <a:endParaRPr lang="en-US" altLang="ko-KR" sz="1200" b="1" dirty="0" smtClean="0">
              <a:latin typeface="+mn-ea"/>
              <a:ea typeface="+mn-ea"/>
            </a:endParaRPr>
          </a:p>
          <a:p>
            <a:pPr marL="0" marR="0" indent="0" algn="ctr" defTabSz="1075334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200" b="1" dirty="0" smtClean="0"/>
              <a:t>(</a:t>
            </a:r>
            <a:r>
              <a:rPr lang="en-US" altLang="ko-KR" sz="1200" b="1" dirty="0" err="1" smtClean="0"/>
              <a:t>Vòi</a:t>
            </a:r>
            <a:r>
              <a:rPr lang="en-US" altLang="ko-KR" sz="1200" b="1" dirty="0" smtClean="0"/>
              <a:t> </a:t>
            </a:r>
            <a:r>
              <a:rPr lang="en-US" altLang="ko-KR" sz="1200" b="1" dirty="0" err="1" smtClean="0"/>
              <a:t>chữa</a:t>
            </a:r>
            <a:r>
              <a:rPr lang="en-US" altLang="ko-KR" sz="1200" b="1" dirty="0" smtClean="0"/>
              <a:t> </a:t>
            </a:r>
            <a:r>
              <a:rPr lang="en-US" altLang="ko-KR" sz="1200" b="1" dirty="0" err="1" smtClean="0"/>
              <a:t>cháy</a:t>
            </a:r>
            <a:r>
              <a:rPr lang="en-US" altLang="ko-KR" sz="1200" b="1" dirty="0" smtClean="0"/>
              <a:t>)</a:t>
            </a:r>
          </a:p>
          <a:p>
            <a:pPr marL="0" marR="0" indent="0" algn="ctr" defTabSz="1075334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200" b="1" dirty="0" smtClean="0"/>
              <a:t>(Fire Hose)</a:t>
            </a:r>
          </a:p>
          <a:p>
            <a:pPr algn="ctr"/>
            <a:endParaRPr lang="ko-KR" altLang="en-US" sz="1200" dirty="0"/>
          </a:p>
        </p:txBody>
      </p:sp>
      <p:sp>
        <p:nvSpPr>
          <p:cNvPr id="21" name="직사각형 20"/>
          <p:cNvSpPr/>
          <p:nvPr userDrawn="1"/>
        </p:nvSpPr>
        <p:spPr>
          <a:xfrm>
            <a:off x="6716521" y="2006526"/>
            <a:ext cx="859531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ko-KR" altLang="en-US" sz="1200" b="1" dirty="0" smtClean="0">
                <a:latin typeface="+mn-ea"/>
                <a:ea typeface="+mn-ea"/>
              </a:rPr>
              <a:t>범례 </a:t>
            </a:r>
            <a:r>
              <a:rPr lang="en-US" altLang="ko-KR" sz="1200" b="1" dirty="0" smtClean="0">
                <a:latin typeface="+mn-ea"/>
                <a:ea typeface="+mn-ea"/>
              </a:rPr>
              <a:t>:     </a:t>
            </a:r>
          </a:p>
        </p:txBody>
      </p:sp>
      <p:sp>
        <p:nvSpPr>
          <p:cNvPr id="31" name="TextBox 30"/>
          <p:cNvSpPr txBox="1"/>
          <p:nvPr userDrawn="1"/>
        </p:nvSpPr>
        <p:spPr>
          <a:xfrm>
            <a:off x="8247279" y="637453"/>
            <a:ext cx="427232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ko-KR" altLang="en-US" sz="3200" b="1" dirty="0" err="1" smtClean="0">
                <a:solidFill>
                  <a:schemeClr val="bg1"/>
                </a:solidFill>
              </a:rPr>
              <a:t>삼광윈테크</a:t>
            </a:r>
            <a:r>
              <a:rPr lang="ko-KR" altLang="en-US" sz="3200" b="1" dirty="0" smtClean="0">
                <a:solidFill>
                  <a:schemeClr val="bg1"/>
                </a:solidFill>
              </a:rPr>
              <a:t> </a:t>
            </a:r>
            <a:r>
              <a:rPr lang="ko-KR" altLang="en-US" sz="3200" b="1" dirty="0" err="1" smtClean="0">
                <a:solidFill>
                  <a:schemeClr val="bg1"/>
                </a:solidFill>
              </a:rPr>
              <a:t>공장동</a:t>
            </a:r>
            <a:r>
              <a:rPr lang="ko-KR" altLang="en-US" sz="3200" b="1" dirty="0" smtClean="0">
                <a:solidFill>
                  <a:schemeClr val="bg1"/>
                </a:solidFill>
              </a:rPr>
              <a:t> </a:t>
            </a:r>
            <a:r>
              <a:rPr lang="en-US" altLang="ko-KR" sz="3200" b="1" smtClean="0">
                <a:solidFill>
                  <a:schemeClr val="bg1"/>
                </a:solidFill>
              </a:rPr>
              <a:t>2</a:t>
            </a:r>
            <a:r>
              <a:rPr lang="ko-KR" altLang="en-US" sz="3200" b="1" smtClean="0">
                <a:solidFill>
                  <a:schemeClr val="bg1"/>
                </a:solidFill>
              </a:rPr>
              <a:t>층</a:t>
            </a:r>
            <a:endParaRPr lang="ko-KR" altLang="en-US" sz="3200" b="1" dirty="0">
              <a:solidFill>
                <a:schemeClr val="bg1"/>
              </a:solidFill>
            </a:endParaRPr>
          </a:p>
        </p:txBody>
      </p:sp>
      <p:pic>
        <p:nvPicPr>
          <p:cNvPr id="30" name="pic"/>
          <p:cNvPicPr>
            <a:picLocks noChangeAspect="1"/>
          </p:cNvPicPr>
          <p:nvPr userDrawn="1"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 rot="5400000">
            <a:off x="121507" y="2948507"/>
            <a:ext cx="7210695" cy="45437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7976179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삼광윈테크_공장동_2층_동쪽">
    <p:bg>
      <p:bgPr>
        <a:solidFill>
          <a:srgbClr val="FF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직사각형 5"/>
          <p:cNvSpPr/>
          <p:nvPr userDrawn="1"/>
        </p:nvSpPr>
        <p:spPr>
          <a:xfrm>
            <a:off x="385512" y="1353038"/>
            <a:ext cx="12031077" cy="7734716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2117"/>
          </a:p>
        </p:txBody>
      </p:sp>
      <p:sp>
        <p:nvSpPr>
          <p:cNvPr id="7" name="TextBox 6"/>
          <p:cNvSpPr txBox="1"/>
          <p:nvPr userDrawn="1"/>
        </p:nvSpPr>
        <p:spPr>
          <a:xfrm>
            <a:off x="385512" y="361525"/>
            <a:ext cx="4031873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6000" b="1" dirty="0" err="1" smtClean="0">
                <a:solidFill>
                  <a:schemeClr val="bg1"/>
                </a:solidFill>
              </a:rPr>
              <a:t>피난안내도</a:t>
            </a:r>
            <a:endParaRPr lang="ko-KR" altLang="en-US" sz="6000" b="1" dirty="0">
              <a:solidFill>
                <a:schemeClr val="bg1"/>
              </a:solidFill>
            </a:endParaRPr>
          </a:p>
        </p:txBody>
      </p:sp>
      <p:sp>
        <p:nvSpPr>
          <p:cNvPr id="8" name="TextBox 7"/>
          <p:cNvSpPr txBox="1"/>
          <p:nvPr userDrawn="1"/>
        </p:nvSpPr>
        <p:spPr>
          <a:xfrm>
            <a:off x="4417385" y="497395"/>
            <a:ext cx="3750322" cy="74392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117" b="1" dirty="0" smtClean="0">
                <a:solidFill>
                  <a:schemeClr val="bg1"/>
                </a:solidFill>
              </a:rPr>
              <a:t>Emergency</a:t>
            </a:r>
            <a:r>
              <a:rPr lang="en-US" altLang="ko-KR" sz="2117" b="1" baseline="0" dirty="0" smtClean="0">
                <a:solidFill>
                  <a:schemeClr val="bg1"/>
                </a:solidFill>
              </a:rPr>
              <a:t> Evacuation map</a:t>
            </a:r>
          </a:p>
          <a:p>
            <a:pPr marL="0" marR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vi-VN" altLang="ko-KR" sz="2117" b="1" dirty="0" smtClean="0">
                <a:solidFill>
                  <a:schemeClr val="bg1"/>
                </a:solidFill>
              </a:rPr>
              <a:t>Sơ đồ thoát hiểm khẩn cấp</a:t>
            </a:r>
          </a:p>
        </p:txBody>
      </p:sp>
      <p:pic>
        <p:nvPicPr>
          <p:cNvPr id="10" name="pic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6752638" y="6423833"/>
            <a:ext cx="393649" cy="393649"/>
          </a:xfrm>
          <a:prstGeom prst="rect">
            <a:avLst/>
          </a:prstGeom>
        </p:spPr>
      </p:pic>
      <p:pic>
        <p:nvPicPr>
          <p:cNvPr id="11" name="pic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6818374" y="5414285"/>
            <a:ext cx="262174" cy="447168"/>
          </a:xfrm>
          <a:prstGeom prst="rect">
            <a:avLst/>
          </a:prstGeom>
        </p:spPr>
      </p:pic>
      <p:pic>
        <p:nvPicPr>
          <p:cNvPr id="12" name="pic"/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6752638" y="3496231"/>
            <a:ext cx="393649" cy="393649"/>
          </a:xfrm>
          <a:prstGeom prst="rect">
            <a:avLst/>
          </a:prstGeom>
        </p:spPr>
      </p:pic>
      <p:pic>
        <p:nvPicPr>
          <p:cNvPr id="13" name="pic"/>
          <p:cNvPicPr>
            <a:picLocks noChangeAspect="1"/>
          </p:cNvPicPr>
          <p:nvPr userDrawn="1"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423" t="-3893" r="21147" b="36695"/>
          <a:stretch/>
        </p:blipFill>
        <p:spPr>
          <a:xfrm rot="10800000">
            <a:off x="6640591" y="4494694"/>
            <a:ext cx="617742" cy="356920"/>
          </a:xfrm>
          <a:prstGeom prst="rect">
            <a:avLst/>
          </a:prstGeom>
        </p:spPr>
      </p:pic>
      <p:pic>
        <p:nvPicPr>
          <p:cNvPr id="14" name="pic"/>
          <p:cNvPicPr>
            <a:picLocks noChangeAspect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6830761" y="2477885"/>
            <a:ext cx="239498" cy="447168"/>
          </a:xfrm>
          <a:prstGeom prst="rect">
            <a:avLst/>
          </a:prstGeom>
        </p:spPr>
      </p:pic>
      <p:pic>
        <p:nvPicPr>
          <p:cNvPr id="16" name="그림 15"/>
          <p:cNvPicPr>
            <a:picLocks noChangeAspect="1"/>
          </p:cNvPicPr>
          <p:nvPr userDrawn="1"/>
        </p:nvPicPr>
        <p:blipFill>
          <a:blip r:embed="rId7"/>
          <a:stretch>
            <a:fillRect/>
          </a:stretch>
        </p:blipFill>
        <p:spPr>
          <a:xfrm>
            <a:off x="9083842" y="1806569"/>
            <a:ext cx="3078925" cy="6643453"/>
          </a:xfrm>
          <a:prstGeom prst="rect">
            <a:avLst/>
          </a:prstGeom>
        </p:spPr>
      </p:pic>
      <p:sp>
        <p:nvSpPr>
          <p:cNvPr id="4" name="직사각형 3"/>
          <p:cNvSpPr/>
          <p:nvPr userDrawn="1"/>
        </p:nvSpPr>
        <p:spPr>
          <a:xfrm>
            <a:off x="7324081" y="2378304"/>
            <a:ext cx="1164229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ko-KR" altLang="en-US" sz="1200" b="1" dirty="0" err="1" smtClean="0">
                <a:latin typeface="+mn-ea"/>
                <a:ea typeface="+mn-ea"/>
              </a:rPr>
              <a:t>현위치</a:t>
            </a:r>
            <a:endParaRPr lang="en-US" altLang="ko-KR" sz="1200" b="1" dirty="0" smtClean="0">
              <a:latin typeface="+mn-ea"/>
              <a:ea typeface="+mn-ea"/>
            </a:endParaRPr>
          </a:p>
          <a:p>
            <a:pPr algn="ctr"/>
            <a:r>
              <a:rPr lang="en-US" altLang="ko-KR" sz="1200" b="1" dirty="0" smtClean="0"/>
              <a:t>(</a:t>
            </a:r>
            <a:r>
              <a:rPr lang="en-US" altLang="ko-KR" sz="1200" b="1" dirty="0" err="1" smtClean="0"/>
              <a:t>Vị</a:t>
            </a:r>
            <a:r>
              <a:rPr lang="en-US" altLang="ko-KR" sz="1200" b="1" dirty="0" smtClean="0"/>
              <a:t> </a:t>
            </a:r>
            <a:r>
              <a:rPr lang="en-US" altLang="ko-KR" sz="1200" b="1" dirty="0" err="1" smtClean="0"/>
              <a:t>trí</a:t>
            </a:r>
            <a:r>
              <a:rPr lang="en-US" altLang="ko-KR" sz="1200" b="1" dirty="0" smtClean="0"/>
              <a:t> </a:t>
            </a:r>
            <a:r>
              <a:rPr lang="en-US" altLang="ko-KR" sz="1200" b="1" dirty="0" err="1" smtClean="0"/>
              <a:t>hiện</a:t>
            </a:r>
            <a:r>
              <a:rPr lang="en-US" altLang="ko-KR" sz="1200" b="1" dirty="0" smtClean="0"/>
              <a:t> </a:t>
            </a:r>
            <a:r>
              <a:rPr lang="en-US" altLang="ko-KR" sz="1200" b="1" dirty="0" err="1" smtClean="0"/>
              <a:t>tại</a:t>
            </a:r>
            <a:r>
              <a:rPr lang="en-US" altLang="ko-KR" sz="1200" b="1" dirty="0" smtClean="0"/>
              <a:t>)</a:t>
            </a:r>
            <a:r>
              <a:rPr lang="ko-KR" altLang="en-US" sz="1200" b="1" dirty="0" smtClean="0">
                <a:latin typeface="+mn-ea"/>
                <a:ea typeface="+mn-ea"/>
              </a:rPr>
              <a:t> </a:t>
            </a:r>
            <a:endParaRPr lang="en-US" altLang="ko-KR" sz="1200" b="1" dirty="0" smtClean="0">
              <a:latin typeface="+mn-ea"/>
              <a:ea typeface="+mn-ea"/>
            </a:endParaRPr>
          </a:p>
          <a:p>
            <a:pPr algn="ctr"/>
            <a:r>
              <a:rPr lang="en-US" altLang="ko-KR" sz="1200" b="1" dirty="0" smtClean="0"/>
              <a:t>(You Are Here)</a:t>
            </a:r>
            <a:endParaRPr lang="ko-KR" altLang="en-US" sz="1200" dirty="0"/>
          </a:p>
        </p:txBody>
      </p:sp>
      <p:sp>
        <p:nvSpPr>
          <p:cNvPr id="5" name="직사각형 4"/>
          <p:cNvSpPr/>
          <p:nvPr userDrawn="1"/>
        </p:nvSpPr>
        <p:spPr>
          <a:xfrm>
            <a:off x="7237212" y="3369889"/>
            <a:ext cx="1252009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ko-KR" altLang="en-US" sz="1200" b="1" dirty="0" smtClean="0">
                <a:latin typeface="+mn-ea"/>
                <a:ea typeface="+mn-ea"/>
              </a:rPr>
              <a:t> 비상구</a:t>
            </a:r>
            <a:endParaRPr lang="en-US" altLang="ko-KR" sz="1200" b="1" dirty="0" smtClean="0">
              <a:latin typeface="+mn-ea"/>
              <a:ea typeface="+mn-ea"/>
            </a:endParaRPr>
          </a:p>
          <a:p>
            <a:pPr algn="ctr"/>
            <a:r>
              <a:rPr lang="en-US" altLang="ko-KR" sz="1200" b="1" dirty="0" smtClean="0"/>
              <a:t>(</a:t>
            </a:r>
            <a:r>
              <a:rPr lang="en-US" altLang="ko-KR" sz="1200" b="1" dirty="0" err="1" smtClean="0"/>
              <a:t>Lối</a:t>
            </a:r>
            <a:r>
              <a:rPr lang="en-US" altLang="ko-KR" sz="1200" b="1" dirty="0" smtClean="0"/>
              <a:t> </a:t>
            </a:r>
            <a:r>
              <a:rPr lang="en-US" altLang="ko-KR" sz="1200" b="1" dirty="0" err="1" smtClean="0"/>
              <a:t>thoát</a:t>
            </a:r>
            <a:r>
              <a:rPr lang="en-US" altLang="ko-KR" sz="1200" b="1" dirty="0" smtClean="0"/>
              <a:t> </a:t>
            </a:r>
            <a:r>
              <a:rPr lang="en-US" altLang="ko-KR" sz="1200" b="1" dirty="0" err="1" smtClean="0"/>
              <a:t>hiểm</a:t>
            </a:r>
            <a:r>
              <a:rPr lang="en-US" altLang="ko-KR" sz="1200" b="1" dirty="0" smtClean="0"/>
              <a:t>)</a:t>
            </a:r>
          </a:p>
          <a:p>
            <a:pPr algn="ctr"/>
            <a:r>
              <a:rPr lang="en-US" altLang="ko-KR" sz="1200" b="1" dirty="0" smtClean="0"/>
              <a:t>(Emergency Exit)</a:t>
            </a:r>
            <a:endParaRPr lang="ko-KR" altLang="en-US" sz="1200" dirty="0"/>
          </a:p>
        </p:txBody>
      </p:sp>
      <p:sp>
        <p:nvSpPr>
          <p:cNvPr id="9" name="직사각형 8"/>
          <p:cNvSpPr/>
          <p:nvPr userDrawn="1"/>
        </p:nvSpPr>
        <p:spPr>
          <a:xfrm>
            <a:off x="7183103" y="4361474"/>
            <a:ext cx="1390765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ko-KR" altLang="en-US" sz="1200" b="1" dirty="0" err="1" smtClean="0">
                <a:latin typeface="+mn-ea"/>
                <a:ea typeface="+mn-ea"/>
              </a:rPr>
              <a:t>피난동선</a:t>
            </a:r>
            <a:endParaRPr lang="en-US" altLang="ko-KR" sz="1200" b="1" dirty="0" smtClean="0">
              <a:latin typeface="+mn-ea"/>
              <a:ea typeface="+mn-ea"/>
            </a:endParaRPr>
          </a:p>
          <a:p>
            <a:pPr algn="ctr"/>
            <a:r>
              <a:rPr lang="en-US" altLang="ko-KR" sz="1200" b="1" dirty="0" smtClean="0"/>
              <a:t>(</a:t>
            </a:r>
            <a:r>
              <a:rPr lang="en-US" altLang="ko-KR" sz="1200" b="1" dirty="0" err="1" smtClean="0"/>
              <a:t>Lối</a:t>
            </a:r>
            <a:r>
              <a:rPr lang="en-US" altLang="ko-KR" sz="1200" b="1" dirty="0" smtClean="0"/>
              <a:t> </a:t>
            </a:r>
            <a:r>
              <a:rPr lang="en-US" altLang="ko-KR" sz="1200" b="1" dirty="0" err="1" smtClean="0"/>
              <a:t>thoát</a:t>
            </a:r>
            <a:r>
              <a:rPr lang="en-US" altLang="ko-KR" sz="1200" b="1" dirty="0" smtClean="0"/>
              <a:t> </a:t>
            </a:r>
            <a:r>
              <a:rPr lang="en-US" altLang="ko-KR" sz="1200" b="1" dirty="0" err="1" smtClean="0"/>
              <a:t>nạn</a:t>
            </a:r>
            <a:r>
              <a:rPr lang="en-US" altLang="ko-KR" sz="1200" b="1" dirty="0" smtClean="0"/>
              <a:t>)</a:t>
            </a:r>
          </a:p>
          <a:p>
            <a:pPr algn="ctr"/>
            <a:r>
              <a:rPr lang="en-US" altLang="ko-KR" sz="1200" b="1" dirty="0" smtClean="0"/>
              <a:t>(Evacuation Route)</a:t>
            </a:r>
            <a:endParaRPr lang="ko-KR" altLang="en-US" sz="1200" dirty="0"/>
          </a:p>
        </p:txBody>
      </p:sp>
      <p:sp>
        <p:nvSpPr>
          <p:cNvPr id="19" name="직사각형 18"/>
          <p:cNvSpPr/>
          <p:nvPr userDrawn="1"/>
        </p:nvSpPr>
        <p:spPr>
          <a:xfrm>
            <a:off x="7258333" y="5279546"/>
            <a:ext cx="1346715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ko-KR" altLang="en-US" sz="1200" b="1" dirty="0" smtClean="0">
                <a:latin typeface="+mn-ea"/>
                <a:ea typeface="+mn-ea"/>
              </a:rPr>
              <a:t>소화기</a:t>
            </a:r>
            <a:endParaRPr lang="en-US" altLang="ko-KR" sz="1200" b="1" dirty="0" smtClean="0">
              <a:latin typeface="+mn-ea"/>
              <a:ea typeface="+mn-ea"/>
            </a:endParaRPr>
          </a:p>
          <a:p>
            <a:pPr algn="ctr"/>
            <a:r>
              <a:rPr lang="en-US" altLang="ko-KR" sz="1200" b="1" dirty="0" smtClean="0"/>
              <a:t>(</a:t>
            </a:r>
            <a:r>
              <a:rPr lang="en-US" altLang="ko-KR" sz="1200" b="1" dirty="0" err="1" smtClean="0"/>
              <a:t>Bình</a:t>
            </a:r>
            <a:r>
              <a:rPr lang="en-US" altLang="ko-KR" sz="1200" b="1" dirty="0" smtClean="0"/>
              <a:t> </a:t>
            </a:r>
            <a:r>
              <a:rPr lang="en-US" altLang="ko-KR" sz="1200" b="1" dirty="0" err="1" smtClean="0"/>
              <a:t>chữa</a:t>
            </a:r>
            <a:r>
              <a:rPr lang="en-US" altLang="ko-KR" sz="1200" b="1" dirty="0" smtClean="0"/>
              <a:t> </a:t>
            </a:r>
            <a:r>
              <a:rPr lang="en-US" altLang="ko-KR" sz="1200" b="1" dirty="0" err="1" smtClean="0"/>
              <a:t>cháy</a:t>
            </a:r>
            <a:r>
              <a:rPr lang="en-US" altLang="ko-KR" sz="1200" b="1" dirty="0" smtClean="0"/>
              <a:t>)</a:t>
            </a:r>
          </a:p>
          <a:p>
            <a:pPr algn="ctr"/>
            <a:r>
              <a:rPr lang="en-US" altLang="ko-KR" sz="1200" b="1" dirty="0" smtClean="0"/>
              <a:t>(Fire Extinguisher)</a:t>
            </a:r>
            <a:endParaRPr lang="ko-KR" altLang="en-US" sz="1200" dirty="0"/>
          </a:p>
        </p:txBody>
      </p:sp>
      <p:sp>
        <p:nvSpPr>
          <p:cNvPr id="20" name="직사각형 19"/>
          <p:cNvSpPr/>
          <p:nvPr userDrawn="1"/>
        </p:nvSpPr>
        <p:spPr>
          <a:xfrm>
            <a:off x="7320265" y="6289117"/>
            <a:ext cx="1171859" cy="83099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ko-KR" altLang="en-US" sz="1200" b="1" dirty="0" smtClean="0">
                <a:latin typeface="+mn-ea"/>
                <a:ea typeface="+mn-ea"/>
              </a:rPr>
              <a:t> </a:t>
            </a:r>
            <a:r>
              <a:rPr lang="ko-KR" altLang="en-US" sz="1200" b="1" dirty="0" err="1" smtClean="0">
                <a:latin typeface="+mn-ea"/>
                <a:ea typeface="+mn-ea"/>
              </a:rPr>
              <a:t>소화호스</a:t>
            </a:r>
            <a:endParaRPr lang="en-US" altLang="ko-KR" sz="1200" b="1" dirty="0" smtClean="0">
              <a:latin typeface="+mn-ea"/>
              <a:ea typeface="+mn-ea"/>
            </a:endParaRPr>
          </a:p>
          <a:p>
            <a:pPr marL="0" marR="0" indent="0" algn="ctr" defTabSz="1075334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200" b="1" dirty="0" smtClean="0"/>
              <a:t>(</a:t>
            </a:r>
            <a:r>
              <a:rPr lang="en-US" altLang="ko-KR" sz="1200" b="1" dirty="0" err="1" smtClean="0"/>
              <a:t>Vòi</a:t>
            </a:r>
            <a:r>
              <a:rPr lang="en-US" altLang="ko-KR" sz="1200" b="1" dirty="0" smtClean="0"/>
              <a:t> </a:t>
            </a:r>
            <a:r>
              <a:rPr lang="en-US" altLang="ko-KR" sz="1200" b="1" dirty="0" err="1" smtClean="0"/>
              <a:t>chữa</a:t>
            </a:r>
            <a:r>
              <a:rPr lang="en-US" altLang="ko-KR" sz="1200" b="1" dirty="0" smtClean="0"/>
              <a:t> </a:t>
            </a:r>
            <a:r>
              <a:rPr lang="en-US" altLang="ko-KR" sz="1200" b="1" dirty="0" err="1" smtClean="0"/>
              <a:t>cháy</a:t>
            </a:r>
            <a:r>
              <a:rPr lang="en-US" altLang="ko-KR" sz="1200" b="1" dirty="0" smtClean="0"/>
              <a:t>)</a:t>
            </a:r>
          </a:p>
          <a:p>
            <a:pPr marL="0" marR="0" indent="0" algn="ctr" defTabSz="1075334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200" b="1" dirty="0" smtClean="0"/>
              <a:t>(Fire Hose)</a:t>
            </a:r>
          </a:p>
          <a:p>
            <a:pPr algn="ctr"/>
            <a:endParaRPr lang="ko-KR" altLang="en-US" sz="1200" dirty="0"/>
          </a:p>
        </p:txBody>
      </p:sp>
      <p:sp>
        <p:nvSpPr>
          <p:cNvPr id="21" name="직사각형 20"/>
          <p:cNvSpPr/>
          <p:nvPr userDrawn="1"/>
        </p:nvSpPr>
        <p:spPr>
          <a:xfrm>
            <a:off x="6716521" y="2006526"/>
            <a:ext cx="859531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ko-KR" altLang="en-US" sz="1200" b="1" dirty="0" smtClean="0">
                <a:latin typeface="+mn-ea"/>
                <a:ea typeface="+mn-ea"/>
              </a:rPr>
              <a:t>범례 </a:t>
            </a:r>
            <a:r>
              <a:rPr lang="en-US" altLang="ko-KR" sz="1200" b="1" dirty="0" smtClean="0">
                <a:latin typeface="+mn-ea"/>
                <a:ea typeface="+mn-ea"/>
              </a:rPr>
              <a:t>:     </a:t>
            </a:r>
          </a:p>
        </p:txBody>
      </p:sp>
      <p:sp>
        <p:nvSpPr>
          <p:cNvPr id="31" name="TextBox 30"/>
          <p:cNvSpPr txBox="1"/>
          <p:nvPr userDrawn="1"/>
        </p:nvSpPr>
        <p:spPr>
          <a:xfrm>
            <a:off x="8247279" y="637453"/>
            <a:ext cx="427232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ko-KR" altLang="en-US" sz="3200" b="1" dirty="0" err="1" smtClean="0">
                <a:solidFill>
                  <a:schemeClr val="bg1"/>
                </a:solidFill>
              </a:rPr>
              <a:t>삼광윈테크</a:t>
            </a:r>
            <a:r>
              <a:rPr lang="ko-KR" altLang="en-US" sz="3200" b="1" dirty="0" smtClean="0">
                <a:solidFill>
                  <a:schemeClr val="bg1"/>
                </a:solidFill>
              </a:rPr>
              <a:t> </a:t>
            </a:r>
            <a:r>
              <a:rPr lang="ko-KR" altLang="en-US" sz="3200" b="1" dirty="0" err="1" smtClean="0">
                <a:solidFill>
                  <a:schemeClr val="bg1"/>
                </a:solidFill>
              </a:rPr>
              <a:t>공장동</a:t>
            </a:r>
            <a:r>
              <a:rPr lang="ko-KR" altLang="en-US" sz="3200" b="1" dirty="0" smtClean="0">
                <a:solidFill>
                  <a:schemeClr val="bg1"/>
                </a:solidFill>
              </a:rPr>
              <a:t> </a:t>
            </a:r>
            <a:r>
              <a:rPr lang="en-US" altLang="ko-KR" sz="3200" b="1" smtClean="0">
                <a:solidFill>
                  <a:schemeClr val="bg1"/>
                </a:solidFill>
              </a:rPr>
              <a:t>2</a:t>
            </a:r>
            <a:r>
              <a:rPr lang="ko-KR" altLang="en-US" sz="3200" b="1" smtClean="0">
                <a:solidFill>
                  <a:schemeClr val="bg1"/>
                </a:solidFill>
              </a:rPr>
              <a:t>층</a:t>
            </a:r>
            <a:endParaRPr lang="ko-KR" altLang="en-US" sz="3200" b="1" dirty="0">
              <a:solidFill>
                <a:schemeClr val="bg1"/>
              </a:solidFill>
            </a:endParaRPr>
          </a:p>
        </p:txBody>
      </p:sp>
      <p:pic>
        <p:nvPicPr>
          <p:cNvPr id="30" name="pic"/>
          <p:cNvPicPr>
            <a:picLocks noChangeAspect="1"/>
          </p:cNvPicPr>
          <p:nvPr userDrawn="1"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 rot="16200000">
            <a:off x="-69129" y="2796676"/>
            <a:ext cx="7400272" cy="46632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4107145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80110" y="511177"/>
            <a:ext cx="11041380" cy="185578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80110" y="2555875"/>
            <a:ext cx="11041380" cy="60918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80110" y="8898892"/>
            <a:ext cx="2880360" cy="5111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68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25E3240-8836-4F34-8844-8A44691A7D73}" type="datetimeFigureOut">
              <a:rPr lang="ko-KR" altLang="en-US" smtClean="0"/>
              <a:t>2026-03-25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240530" y="8898892"/>
            <a:ext cx="4320540" cy="5111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68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041130" y="8898892"/>
            <a:ext cx="2880360" cy="5111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8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AC3F1FE-B75D-4A87-BBD4-8404A72895A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662113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  <p:sldLayoutId id="2147483690" r:id="rId12"/>
    <p:sldLayoutId id="2147483682" r:id="rId13"/>
    <p:sldLayoutId id="2147483684" r:id="rId14"/>
    <p:sldLayoutId id="2147483691" r:id="rId15"/>
    <p:sldLayoutId id="2147483692" r:id="rId16"/>
    <p:sldLayoutId id="2147483683" r:id="rId17"/>
    <p:sldLayoutId id="2147483685" r:id="rId18"/>
    <p:sldLayoutId id="2147483687" r:id="rId19"/>
    <p:sldLayoutId id="2147483689" r:id="rId20"/>
    <p:sldLayoutId id="2147483686" r:id="rId21"/>
    <p:sldLayoutId id="2147483688" r:id="rId22"/>
  </p:sldLayoutIdLst>
  <p:txStyles>
    <p:titleStyle>
      <a:lvl1pPr algn="l" defTabSz="1280160" rtl="0" eaLnBrk="1" latinLnBrk="1" hangingPunct="1">
        <a:lnSpc>
          <a:spcPct val="90000"/>
        </a:lnSpc>
        <a:spcBef>
          <a:spcPct val="0"/>
        </a:spcBef>
        <a:buNone/>
        <a:defRPr sz="616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20040" indent="-320040" algn="l" defTabSz="1280160" rtl="0" eaLnBrk="1" latinLnBrk="1" hangingPunct="1">
        <a:lnSpc>
          <a:spcPct val="90000"/>
        </a:lnSpc>
        <a:spcBef>
          <a:spcPts val="1400"/>
        </a:spcBef>
        <a:buFont typeface="Arial" panose="020B0604020202020204" pitchFamily="34" charset="0"/>
        <a:buChar char="•"/>
        <a:defRPr sz="3920" kern="1200">
          <a:solidFill>
            <a:schemeClr val="tx1"/>
          </a:solidFill>
          <a:latin typeface="+mn-lt"/>
          <a:ea typeface="+mn-ea"/>
          <a:cs typeface="+mn-cs"/>
        </a:defRPr>
      </a:lvl1pPr>
      <a:lvl2pPr marL="960120" indent="-320040" algn="l" defTabSz="1280160" rtl="0" eaLnBrk="1" latinLnBrk="1" hangingPunct="1">
        <a:lnSpc>
          <a:spcPct val="90000"/>
        </a:lnSpc>
        <a:spcBef>
          <a:spcPts val="700"/>
        </a:spcBef>
        <a:buFont typeface="Arial" panose="020B0604020202020204" pitchFamily="34" charset="0"/>
        <a:buChar char="•"/>
        <a:defRPr sz="3360" kern="1200">
          <a:solidFill>
            <a:schemeClr val="tx1"/>
          </a:solidFill>
          <a:latin typeface="+mn-lt"/>
          <a:ea typeface="+mn-ea"/>
          <a:cs typeface="+mn-cs"/>
        </a:defRPr>
      </a:lvl2pPr>
      <a:lvl3pPr marL="1600200" indent="-320040" algn="l" defTabSz="1280160" rtl="0" eaLnBrk="1" latinLnBrk="1" hangingPunct="1">
        <a:lnSpc>
          <a:spcPct val="90000"/>
        </a:lnSpc>
        <a:spcBef>
          <a:spcPts val="7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3pPr>
      <a:lvl4pPr marL="2240280" indent="-320040" algn="l" defTabSz="1280160" rtl="0" eaLnBrk="1" latinLnBrk="1" hangingPunct="1">
        <a:lnSpc>
          <a:spcPct val="90000"/>
        </a:lnSpc>
        <a:spcBef>
          <a:spcPts val="700"/>
        </a:spcBef>
        <a:buFont typeface="Arial" panose="020B0604020202020204" pitchFamily="34" charset="0"/>
        <a:buChar char="•"/>
        <a:defRPr sz="2520" kern="1200">
          <a:solidFill>
            <a:schemeClr val="tx1"/>
          </a:solidFill>
          <a:latin typeface="+mn-lt"/>
          <a:ea typeface="+mn-ea"/>
          <a:cs typeface="+mn-cs"/>
        </a:defRPr>
      </a:lvl4pPr>
      <a:lvl5pPr marL="2880360" indent="-320040" algn="l" defTabSz="1280160" rtl="0" eaLnBrk="1" latinLnBrk="1" hangingPunct="1">
        <a:lnSpc>
          <a:spcPct val="90000"/>
        </a:lnSpc>
        <a:spcBef>
          <a:spcPts val="700"/>
        </a:spcBef>
        <a:buFont typeface="Arial" panose="020B0604020202020204" pitchFamily="34" charset="0"/>
        <a:buChar char="•"/>
        <a:defRPr sz="2520" kern="1200">
          <a:solidFill>
            <a:schemeClr val="tx1"/>
          </a:solidFill>
          <a:latin typeface="+mn-lt"/>
          <a:ea typeface="+mn-ea"/>
          <a:cs typeface="+mn-cs"/>
        </a:defRPr>
      </a:lvl5pPr>
      <a:lvl6pPr marL="3520440" indent="-320040" algn="l" defTabSz="1280160" rtl="0" eaLnBrk="1" latinLnBrk="1" hangingPunct="1">
        <a:lnSpc>
          <a:spcPct val="90000"/>
        </a:lnSpc>
        <a:spcBef>
          <a:spcPts val="700"/>
        </a:spcBef>
        <a:buFont typeface="Arial" panose="020B0604020202020204" pitchFamily="34" charset="0"/>
        <a:buChar char="•"/>
        <a:defRPr sz="2520" kern="1200">
          <a:solidFill>
            <a:schemeClr val="tx1"/>
          </a:solidFill>
          <a:latin typeface="+mn-lt"/>
          <a:ea typeface="+mn-ea"/>
          <a:cs typeface="+mn-cs"/>
        </a:defRPr>
      </a:lvl6pPr>
      <a:lvl7pPr marL="4160520" indent="-320040" algn="l" defTabSz="1280160" rtl="0" eaLnBrk="1" latinLnBrk="1" hangingPunct="1">
        <a:lnSpc>
          <a:spcPct val="90000"/>
        </a:lnSpc>
        <a:spcBef>
          <a:spcPts val="700"/>
        </a:spcBef>
        <a:buFont typeface="Arial" panose="020B0604020202020204" pitchFamily="34" charset="0"/>
        <a:buChar char="•"/>
        <a:defRPr sz="2520" kern="1200">
          <a:solidFill>
            <a:schemeClr val="tx1"/>
          </a:solidFill>
          <a:latin typeface="+mn-lt"/>
          <a:ea typeface="+mn-ea"/>
          <a:cs typeface="+mn-cs"/>
        </a:defRPr>
      </a:lvl7pPr>
      <a:lvl8pPr marL="4800600" indent="-320040" algn="l" defTabSz="1280160" rtl="0" eaLnBrk="1" latinLnBrk="1" hangingPunct="1">
        <a:lnSpc>
          <a:spcPct val="90000"/>
        </a:lnSpc>
        <a:spcBef>
          <a:spcPts val="700"/>
        </a:spcBef>
        <a:buFont typeface="Arial" panose="020B0604020202020204" pitchFamily="34" charset="0"/>
        <a:buChar char="•"/>
        <a:defRPr sz="2520" kern="1200">
          <a:solidFill>
            <a:schemeClr val="tx1"/>
          </a:solidFill>
          <a:latin typeface="+mn-lt"/>
          <a:ea typeface="+mn-ea"/>
          <a:cs typeface="+mn-cs"/>
        </a:defRPr>
      </a:lvl8pPr>
      <a:lvl9pPr marL="5440680" indent="-320040" algn="l" defTabSz="1280160" rtl="0" eaLnBrk="1" latinLnBrk="1" hangingPunct="1">
        <a:lnSpc>
          <a:spcPct val="90000"/>
        </a:lnSpc>
        <a:spcBef>
          <a:spcPts val="700"/>
        </a:spcBef>
        <a:buFont typeface="Arial" panose="020B0604020202020204" pitchFamily="34" charset="0"/>
        <a:buChar char="•"/>
        <a:defRPr sz="252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280160" rtl="0" eaLnBrk="1" latinLnBrk="1" hangingPunct="1">
        <a:defRPr sz="252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algn="l" defTabSz="1280160" rtl="0" eaLnBrk="1" latinLnBrk="1" hangingPunct="1">
        <a:defRPr sz="2520" kern="1200">
          <a:solidFill>
            <a:schemeClr val="tx1"/>
          </a:solidFill>
          <a:latin typeface="+mn-lt"/>
          <a:ea typeface="+mn-ea"/>
          <a:cs typeface="+mn-cs"/>
        </a:defRPr>
      </a:lvl2pPr>
      <a:lvl3pPr marL="1280160" algn="l" defTabSz="1280160" rtl="0" eaLnBrk="1" latinLnBrk="1" hangingPunct="1">
        <a:defRPr sz="2520" kern="1200">
          <a:solidFill>
            <a:schemeClr val="tx1"/>
          </a:solidFill>
          <a:latin typeface="+mn-lt"/>
          <a:ea typeface="+mn-ea"/>
          <a:cs typeface="+mn-cs"/>
        </a:defRPr>
      </a:lvl3pPr>
      <a:lvl4pPr marL="1920240" algn="l" defTabSz="1280160" rtl="0" eaLnBrk="1" latinLnBrk="1" hangingPunct="1">
        <a:defRPr sz="2520" kern="1200">
          <a:solidFill>
            <a:schemeClr val="tx1"/>
          </a:solidFill>
          <a:latin typeface="+mn-lt"/>
          <a:ea typeface="+mn-ea"/>
          <a:cs typeface="+mn-cs"/>
        </a:defRPr>
      </a:lvl4pPr>
      <a:lvl5pPr marL="2560320" algn="l" defTabSz="1280160" rtl="0" eaLnBrk="1" latinLnBrk="1" hangingPunct="1">
        <a:defRPr sz="2520" kern="1200">
          <a:solidFill>
            <a:schemeClr val="tx1"/>
          </a:solidFill>
          <a:latin typeface="+mn-lt"/>
          <a:ea typeface="+mn-ea"/>
          <a:cs typeface="+mn-cs"/>
        </a:defRPr>
      </a:lvl5pPr>
      <a:lvl6pPr marL="3200400" algn="l" defTabSz="1280160" rtl="0" eaLnBrk="1" latinLnBrk="1" hangingPunct="1">
        <a:defRPr sz="2520" kern="1200">
          <a:solidFill>
            <a:schemeClr val="tx1"/>
          </a:solidFill>
          <a:latin typeface="+mn-lt"/>
          <a:ea typeface="+mn-ea"/>
          <a:cs typeface="+mn-cs"/>
        </a:defRPr>
      </a:lvl6pPr>
      <a:lvl7pPr marL="3840480" algn="l" defTabSz="1280160" rtl="0" eaLnBrk="1" latinLnBrk="1" hangingPunct="1">
        <a:defRPr sz="2520" kern="1200">
          <a:solidFill>
            <a:schemeClr val="tx1"/>
          </a:solidFill>
          <a:latin typeface="+mn-lt"/>
          <a:ea typeface="+mn-ea"/>
          <a:cs typeface="+mn-cs"/>
        </a:defRPr>
      </a:lvl7pPr>
      <a:lvl8pPr marL="4480560" algn="l" defTabSz="1280160" rtl="0" eaLnBrk="1" latinLnBrk="1" hangingPunct="1">
        <a:defRPr sz="2520" kern="1200">
          <a:solidFill>
            <a:schemeClr val="tx1"/>
          </a:solidFill>
          <a:latin typeface="+mn-lt"/>
          <a:ea typeface="+mn-ea"/>
          <a:cs typeface="+mn-cs"/>
        </a:defRPr>
      </a:lvl8pPr>
      <a:lvl9pPr marL="5120640" algn="l" defTabSz="1280160" rtl="0" eaLnBrk="1" latinLnBrk="1" hangingPunct="1">
        <a:defRPr sz="252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emf"/><Relationship Id="rId1" Type="http://schemas.openxmlformats.org/officeDocument/2006/relationships/slideLayout" Target="../slideLayouts/slideLayout1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emf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emf"/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emf"/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emf"/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emf"/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emf"/><Relationship Id="rId1" Type="http://schemas.openxmlformats.org/officeDocument/2006/relationships/slideLayout" Target="../slideLayouts/slideLayout18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emf"/><Relationship Id="rId1" Type="http://schemas.openxmlformats.org/officeDocument/2006/relationships/slideLayout" Target="../slideLayouts/slideLayout18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emf"/><Relationship Id="rId1" Type="http://schemas.openxmlformats.org/officeDocument/2006/relationships/slideLayout" Target="../slideLayouts/slideLayout1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emf"/><Relationship Id="rId1" Type="http://schemas.openxmlformats.org/officeDocument/2006/relationships/slideLayout" Target="../slideLayouts/slideLayout1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emf"/><Relationship Id="rId1" Type="http://schemas.openxmlformats.org/officeDocument/2006/relationships/slideLayout" Target="../slideLayouts/slideLayout1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emf"/><Relationship Id="rId1" Type="http://schemas.openxmlformats.org/officeDocument/2006/relationships/slideLayout" Target="../slideLayouts/slideLayout1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emf"/><Relationship Id="rId1" Type="http://schemas.openxmlformats.org/officeDocument/2006/relationships/slideLayout" Target="../slideLayouts/slideLayout1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emf"/><Relationship Id="rId1" Type="http://schemas.openxmlformats.org/officeDocument/2006/relationships/slideLayout" Target="../slideLayouts/slideLayout1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emf"/><Relationship Id="rId1" Type="http://schemas.openxmlformats.org/officeDocument/2006/relationships/slideLayout" Target="../slideLayouts/slideLayout18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emf"/><Relationship Id="rId1" Type="http://schemas.openxmlformats.org/officeDocument/2006/relationships/slideLayout" Target="../slideLayouts/slideLayout1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emf"/><Relationship Id="rId1" Type="http://schemas.openxmlformats.org/officeDocument/2006/relationships/slideLayout" Target="../slideLayouts/slideLayout13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emf"/><Relationship Id="rId1" Type="http://schemas.openxmlformats.org/officeDocument/2006/relationships/slideLayout" Target="../slideLayouts/slideLayout13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emf"/><Relationship Id="rId1" Type="http://schemas.openxmlformats.org/officeDocument/2006/relationships/slideLayout" Target="../slideLayouts/slideLayout18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emf"/><Relationship Id="rId1" Type="http://schemas.openxmlformats.org/officeDocument/2006/relationships/slideLayout" Target="../slideLayouts/slideLayout14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878049" y="5565042"/>
            <a:ext cx="804441" cy="695656"/>
          </a:xfrm>
          <a:prstGeom prst="rect">
            <a:avLst/>
          </a:prstGeom>
        </p:spPr>
      </p:pic>
      <p:cxnSp>
        <p:nvCxnSpPr>
          <p:cNvPr id="6" name="꺾인 연결선 5"/>
          <p:cNvCxnSpPr/>
          <p:nvPr/>
        </p:nvCxnSpPr>
        <p:spPr>
          <a:xfrm rot="5400000" flipH="1" flipV="1">
            <a:off x="3422984" y="3062037"/>
            <a:ext cx="4054642" cy="866274"/>
          </a:xfrm>
          <a:prstGeom prst="bentConnector3">
            <a:avLst>
              <a:gd name="adj1" fmla="val 87389"/>
            </a:avLst>
          </a:prstGeom>
          <a:ln w="5715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직선 화살표 연결선 8"/>
          <p:cNvCxnSpPr/>
          <p:nvPr/>
        </p:nvCxnSpPr>
        <p:spPr>
          <a:xfrm flipH="1">
            <a:off x="1756610" y="2731169"/>
            <a:ext cx="3260558" cy="0"/>
          </a:xfrm>
          <a:prstGeom prst="straightConnector1">
            <a:avLst/>
          </a:prstGeom>
          <a:ln w="5715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꺾인 연결선 10"/>
          <p:cNvCxnSpPr/>
          <p:nvPr/>
        </p:nvCxnSpPr>
        <p:spPr>
          <a:xfrm rot="10800000">
            <a:off x="2261937" y="5125453"/>
            <a:ext cx="2616112" cy="962526"/>
          </a:xfrm>
          <a:prstGeom prst="bentConnector3">
            <a:avLst>
              <a:gd name="adj1" fmla="val 72075"/>
            </a:avLst>
          </a:prstGeom>
          <a:ln w="57150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꺾인 연결선 13"/>
          <p:cNvCxnSpPr/>
          <p:nvPr/>
        </p:nvCxnSpPr>
        <p:spPr>
          <a:xfrm rot="10800000">
            <a:off x="1191126" y="4896853"/>
            <a:ext cx="1094874" cy="165652"/>
          </a:xfrm>
          <a:prstGeom prst="bentConnector3">
            <a:avLst>
              <a:gd name="adj1" fmla="val 2747"/>
            </a:avLst>
          </a:prstGeom>
          <a:ln w="5715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꺾인 연결선 16"/>
          <p:cNvCxnSpPr/>
          <p:nvPr/>
        </p:nvCxnSpPr>
        <p:spPr>
          <a:xfrm rot="16200000" flipH="1">
            <a:off x="4190920" y="7520082"/>
            <a:ext cx="2750955" cy="232185"/>
          </a:xfrm>
          <a:prstGeom prst="bentConnector3">
            <a:avLst>
              <a:gd name="adj1" fmla="val 88488"/>
            </a:avLst>
          </a:prstGeom>
          <a:ln w="57150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꺾인 연결선 19"/>
          <p:cNvCxnSpPr/>
          <p:nvPr/>
        </p:nvCxnSpPr>
        <p:spPr>
          <a:xfrm rot="10800000">
            <a:off x="878306" y="4896854"/>
            <a:ext cx="4804185" cy="4114799"/>
          </a:xfrm>
          <a:prstGeom prst="bentConnector3">
            <a:avLst>
              <a:gd name="adj1" fmla="val 100338"/>
            </a:avLst>
          </a:prstGeom>
          <a:ln w="5715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꺾인 연결선 22"/>
          <p:cNvCxnSpPr/>
          <p:nvPr/>
        </p:nvCxnSpPr>
        <p:spPr>
          <a:xfrm rot="10800000" flipV="1">
            <a:off x="984798" y="6087979"/>
            <a:ext cx="2035129" cy="1756609"/>
          </a:xfrm>
          <a:prstGeom prst="bentConnector3">
            <a:avLst>
              <a:gd name="adj1" fmla="val 340"/>
            </a:avLst>
          </a:prstGeom>
          <a:ln w="5715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직선 화살표 연결선 25"/>
          <p:cNvCxnSpPr/>
          <p:nvPr/>
        </p:nvCxnSpPr>
        <p:spPr>
          <a:xfrm flipH="1">
            <a:off x="1574485" y="3827439"/>
            <a:ext cx="3442683" cy="0"/>
          </a:xfrm>
          <a:prstGeom prst="straightConnector1">
            <a:avLst/>
          </a:prstGeom>
          <a:ln w="5715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870791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직선 화살표 연결선 3"/>
          <p:cNvCxnSpPr/>
          <p:nvPr/>
        </p:nvCxnSpPr>
        <p:spPr>
          <a:xfrm>
            <a:off x="4529138" y="6066768"/>
            <a:ext cx="4434388" cy="0"/>
          </a:xfrm>
          <a:prstGeom prst="straightConnector1">
            <a:avLst/>
          </a:prstGeom>
          <a:ln w="5715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꺾인 연결선 5"/>
          <p:cNvCxnSpPr/>
          <p:nvPr/>
        </p:nvCxnSpPr>
        <p:spPr>
          <a:xfrm rot="16200000" flipV="1">
            <a:off x="1478251" y="2918537"/>
            <a:ext cx="2865270" cy="1937082"/>
          </a:xfrm>
          <a:prstGeom prst="bentConnector3">
            <a:avLst>
              <a:gd name="adj1" fmla="val 39695"/>
            </a:avLst>
          </a:prstGeom>
          <a:ln w="5715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꺾인 연결선 8"/>
          <p:cNvCxnSpPr/>
          <p:nvPr/>
        </p:nvCxnSpPr>
        <p:spPr>
          <a:xfrm flipV="1">
            <a:off x="3879428" y="3489157"/>
            <a:ext cx="1378372" cy="697832"/>
          </a:xfrm>
          <a:prstGeom prst="bentConnector3">
            <a:avLst>
              <a:gd name="adj1" fmla="val 78332"/>
            </a:avLst>
          </a:prstGeom>
          <a:ln w="57150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직선 화살표 연결선 14"/>
          <p:cNvCxnSpPr/>
          <p:nvPr/>
        </p:nvCxnSpPr>
        <p:spPr>
          <a:xfrm flipV="1">
            <a:off x="4171608" y="2699832"/>
            <a:ext cx="0" cy="1487157"/>
          </a:xfrm>
          <a:prstGeom prst="straightConnector1">
            <a:avLst/>
          </a:prstGeom>
          <a:ln w="5715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직선 화살표 연결선 19"/>
          <p:cNvCxnSpPr/>
          <p:nvPr/>
        </p:nvCxnSpPr>
        <p:spPr>
          <a:xfrm flipV="1">
            <a:off x="5230983" y="2350917"/>
            <a:ext cx="0" cy="1138240"/>
          </a:xfrm>
          <a:prstGeom prst="straightConnector1">
            <a:avLst/>
          </a:prstGeom>
          <a:ln w="5715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직선 화살표 연결선 21"/>
          <p:cNvCxnSpPr/>
          <p:nvPr/>
        </p:nvCxnSpPr>
        <p:spPr>
          <a:xfrm flipH="1" flipV="1">
            <a:off x="6340642" y="3379115"/>
            <a:ext cx="31583" cy="2687653"/>
          </a:xfrm>
          <a:prstGeom prst="straightConnector1">
            <a:avLst/>
          </a:prstGeom>
          <a:ln w="5715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1" name="pic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3347120" y="5048686"/>
            <a:ext cx="804441" cy="6956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35188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꺾인 연결선 5"/>
          <p:cNvCxnSpPr/>
          <p:nvPr/>
        </p:nvCxnSpPr>
        <p:spPr>
          <a:xfrm rot="5400000" flipH="1" flipV="1">
            <a:off x="527288" y="3507463"/>
            <a:ext cx="2468077" cy="362038"/>
          </a:xfrm>
          <a:prstGeom prst="bentConnector3">
            <a:avLst>
              <a:gd name="adj1" fmla="val 50000"/>
            </a:avLst>
          </a:prstGeom>
          <a:ln w="5715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꺾인 연결선 8"/>
          <p:cNvCxnSpPr/>
          <p:nvPr/>
        </p:nvCxnSpPr>
        <p:spPr>
          <a:xfrm flipV="1">
            <a:off x="1568381" y="3489157"/>
            <a:ext cx="3689419" cy="697832"/>
          </a:xfrm>
          <a:prstGeom prst="bentConnector3">
            <a:avLst>
              <a:gd name="adj1" fmla="val 91927"/>
            </a:avLst>
          </a:prstGeom>
          <a:ln w="57150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직선 화살표 연결선 14"/>
          <p:cNvCxnSpPr/>
          <p:nvPr/>
        </p:nvCxnSpPr>
        <p:spPr>
          <a:xfrm flipV="1">
            <a:off x="4171608" y="2699832"/>
            <a:ext cx="0" cy="1487157"/>
          </a:xfrm>
          <a:prstGeom prst="straightConnector1">
            <a:avLst/>
          </a:prstGeom>
          <a:ln w="5715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직선 화살표 연결선 19"/>
          <p:cNvCxnSpPr/>
          <p:nvPr/>
        </p:nvCxnSpPr>
        <p:spPr>
          <a:xfrm flipV="1">
            <a:off x="5230983" y="2350917"/>
            <a:ext cx="0" cy="1138240"/>
          </a:xfrm>
          <a:prstGeom prst="straightConnector1">
            <a:avLst/>
          </a:prstGeom>
          <a:ln w="5715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1" name="pic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763940" y="5025826"/>
            <a:ext cx="804441" cy="695656"/>
          </a:xfrm>
          <a:prstGeom prst="rect">
            <a:avLst/>
          </a:prstGeom>
        </p:spPr>
      </p:pic>
      <p:cxnSp>
        <p:nvCxnSpPr>
          <p:cNvPr id="12" name="꺾인 연결선 11"/>
          <p:cNvCxnSpPr/>
          <p:nvPr/>
        </p:nvCxnSpPr>
        <p:spPr>
          <a:xfrm rot="5400000">
            <a:off x="1062269" y="4853236"/>
            <a:ext cx="687352" cy="353486"/>
          </a:xfrm>
          <a:prstGeom prst="bentConnector3">
            <a:avLst/>
          </a:prstGeom>
          <a:ln w="56515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직선 화살표 연결선 7"/>
          <p:cNvCxnSpPr/>
          <p:nvPr/>
        </p:nvCxnSpPr>
        <p:spPr>
          <a:xfrm flipH="1">
            <a:off x="631666" y="6637019"/>
            <a:ext cx="625633" cy="9379"/>
          </a:xfrm>
          <a:prstGeom prst="straightConnector1">
            <a:avLst/>
          </a:prstGeom>
          <a:ln w="5715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직선 연결선 9"/>
          <p:cNvCxnSpPr/>
          <p:nvPr/>
        </p:nvCxnSpPr>
        <p:spPr>
          <a:xfrm>
            <a:off x="1229202" y="5837377"/>
            <a:ext cx="0" cy="799642"/>
          </a:xfrm>
          <a:prstGeom prst="line">
            <a:avLst/>
          </a:prstGeom>
          <a:ln w="57150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844624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꺾인 연결선 5"/>
          <p:cNvCxnSpPr/>
          <p:nvPr/>
        </p:nvCxnSpPr>
        <p:spPr>
          <a:xfrm rot="16200000" flipV="1">
            <a:off x="783933" y="3612858"/>
            <a:ext cx="2912895" cy="596066"/>
          </a:xfrm>
          <a:prstGeom prst="bentConnector3">
            <a:avLst>
              <a:gd name="adj1" fmla="val 40844"/>
            </a:avLst>
          </a:prstGeom>
          <a:ln w="5715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꺾인 연결선 8"/>
          <p:cNvCxnSpPr/>
          <p:nvPr/>
        </p:nvCxnSpPr>
        <p:spPr>
          <a:xfrm flipV="1">
            <a:off x="2538414" y="3489157"/>
            <a:ext cx="2719386" cy="697832"/>
          </a:xfrm>
          <a:prstGeom prst="bentConnector3">
            <a:avLst>
              <a:gd name="adj1" fmla="val 88529"/>
            </a:avLst>
          </a:prstGeom>
          <a:ln w="57150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직선 화살표 연결선 14"/>
          <p:cNvCxnSpPr/>
          <p:nvPr/>
        </p:nvCxnSpPr>
        <p:spPr>
          <a:xfrm flipV="1">
            <a:off x="4171608" y="2699832"/>
            <a:ext cx="0" cy="1487157"/>
          </a:xfrm>
          <a:prstGeom prst="straightConnector1">
            <a:avLst/>
          </a:prstGeom>
          <a:ln w="5715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직선 화살표 연결선 19"/>
          <p:cNvCxnSpPr/>
          <p:nvPr/>
        </p:nvCxnSpPr>
        <p:spPr>
          <a:xfrm flipV="1">
            <a:off x="5230983" y="2350917"/>
            <a:ext cx="0" cy="1138240"/>
          </a:xfrm>
          <a:prstGeom prst="straightConnector1">
            <a:avLst/>
          </a:prstGeom>
          <a:ln w="5715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1" name="pic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2058070" y="4971885"/>
            <a:ext cx="804441" cy="6956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98032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" name="꺾인 연결선 8"/>
          <p:cNvCxnSpPr/>
          <p:nvPr/>
        </p:nvCxnSpPr>
        <p:spPr>
          <a:xfrm flipV="1">
            <a:off x="2089150" y="3489157"/>
            <a:ext cx="3168650" cy="697832"/>
          </a:xfrm>
          <a:prstGeom prst="bentConnector3">
            <a:avLst>
              <a:gd name="adj1" fmla="val 90681"/>
            </a:avLst>
          </a:prstGeom>
          <a:ln w="57150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직선 화살표 연결선 14"/>
          <p:cNvCxnSpPr/>
          <p:nvPr/>
        </p:nvCxnSpPr>
        <p:spPr>
          <a:xfrm flipV="1">
            <a:off x="4171608" y="2699832"/>
            <a:ext cx="0" cy="1487157"/>
          </a:xfrm>
          <a:prstGeom prst="straightConnector1">
            <a:avLst/>
          </a:prstGeom>
          <a:ln w="5715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직선 화살표 연결선 19"/>
          <p:cNvCxnSpPr/>
          <p:nvPr/>
        </p:nvCxnSpPr>
        <p:spPr>
          <a:xfrm flipV="1">
            <a:off x="5230983" y="2350917"/>
            <a:ext cx="0" cy="1138240"/>
          </a:xfrm>
          <a:prstGeom prst="straightConnector1">
            <a:avLst/>
          </a:prstGeom>
          <a:ln w="5715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1" name="pic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442160" y="3771735"/>
            <a:ext cx="804441" cy="695656"/>
          </a:xfrm>
          <a:prstGeom prst="rect">
            <a:avLst/>
          </a:prstGeom>
        </p:spPr>
      </p:pic>
      <p:cxnSp>
        <p:nvCxnSpPr>
          <p:cNvPr id="10" name="직선 화살표 연결선 9"/>
          <p:cNvCxnSpPr/>
          <p:nvPr/>
        </p:nvCxnSpPr>
        <p:spPr>
          <a:xfrm flipV="1">
            <a:off x="1917358" y="2369820"/>
            <a:ext cx="10502" cy="1702871"/>
          </a:xfrm>
          <a:prstGeom prst="straightConnector1">
            <a:avLst/>
          </a:prstGeom>
          <a:ln w="5715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52659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" name="꺾인 연결선 8"/>
          <p:cNvCxnSpPr/>
          <p:nvPr/>
        </p:nvCxnSpPr>
        <p:spPr>
          <a:xfrm flipV="1">
            <a:off x="1676400" y="3489157"/>
            <a:ext cx="3581400" cy="697832"/>
          </a:xfrm>
          <a:prstGeom prst="bentConnector3">
            <a:avLst>
              <a:gd name="adj1" fmla="val 92154"/>
            </a:avLst>
          </a:prstGeom>
          <a:ln w="57150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직선 화살표 연결선 14"/>
          <p:cNvCxnSpPr/>
          <p:nvPr/>
        </p:nvCxnSpPr>
        <p:spPr>
          <a:xfrm flipV="1">
            <a:off x="4171608" y="2699832"/>
            <a:ext cx="0" cy="1487157"/>
          </a:xfrm>
          <a:prstGeom prst="straightConnector1">
            <a:avLst/>
          </a:prstGeom>
          <a:ln w="5715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직선 화살표 연결선 19"/>
          <p:cNvCxnSpPr/>
          <p:nvPr/>
        </p:nvCxnSpPr>
        <p:spPr>
          <a:xfrm flipV="1">
            <a:off x="5230983" y="2350917"/>
            <a:ext cx="0" cy="1138240"/>
          </a:xfrm>
          <a:prstGeom prst="straightConnector1">
            <a:avLst/>
          </a:prstGeom>
          <a:ln w="5715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1" name="pic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065922" y="3762210"/>
            <a:ext cx="804441" cy="695656"/>
          </a:xfrm>
          <a:prstGeom prst="rect">
            <a:avLst/>
          </a:prstGeom>
        </p:spPr>
      </p:pic>
      <p:cxnSp>
        <p:nvCxnSpPr>
          <p:cNvPr id="10" name="직선 화살표 연결선 9"/>
          <p:cNvCxnSpPr/>
          <p:nvPr/>
        </p:nvCxnSpPr>
        <p:spPr>
          <a:xfrm flipV="1">
            <a:off x="1917358" y="2369820"/>
            <a:ext cx="10502" cy="1702871"/>
          </a:xfrm>
          <a:prstGeom prst="straightConnector1">
            <a:avLst/>
          </a:prstGeom>
          <a:ln w="5715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689475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3461069" y="1890962"/>
            <a:ext cx="804441" cy="695656"/>
          </a:xfrm>
          <a:prstGeom prst="rect">
            <a:avLst/>
          </a:prstGeom>
        </p:spPr>
      </p:pic>
      <p:cxnSp>
        <p:nvCxnSpPr>
          <p:cNvPr id="4" name="꺾인 연결선 3"/>
          <p:cNvCxnSpPr>
            <a:stCxn id="2" idx="1"/>
          </p:cNvCxnSpPr>
          <p:nvPr/>
        </p:nvCxnSpPr>
        <p:spPr>
          <a:xfrm rot="10800000">
            <a:off x="1876927" y="1467854"/>
            <a:ext cx="1584143" cy="770937"/>
          </a:xfrm>
          <a:prstGeom prst="bentConnector3">
            <a:avLst>
              <a:gd name="adj1" fmla="val 99368"/>
            </a:avLst>
          </a:prstGeom>
          <a:ln w="57150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꺾인 연결선 6"/>
          <p:cNvCxnSpPr/>
          <p:nvPr/>
        </p:nvCxnSpPr>
        <p:spPr>
          <a:xfrm rot="16200000" flipH="1">
            <a:off x="1696453" y="1648325"/>
            <a:ext cx="4993105" cy="4608095"/>
          </a:xfrm>
          <a:prstGeom prst="bentConnector3">
            <a:avLst>
              <a:gd name="adj1" fmla="val -602"/>
            </a:avLst>
          </a:prstGeom>
          <a:ln w="5715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꺾인 연결선 11"/>
          <p:cNvCxnSpPr/>
          <p:nvPr/>
        </p:nvCxnSpPr>
        <p:spPr>
          <a:xfrm>
            <a:off x="4162926" y="2406316"/>
            <a:ext cx="2298032" cy="372979"/>
          </a:xfrm>
          <a:prstGeom prst="bentConnector3">
            <a:avLst>
              <a:gd name="adj1" fmla="val 13874"/>
            </a:avLst>
          </a:prstGeom>
          <a:ln w="5715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꺾인 연결선 14"/>
          <p:cNvCxnSpPr/>
          <p:nvPr/>
        </p:nvCxnSpPr>
        <p:spPr>
          <a:xfrm rot="16200000" flipH="1">
            <a:off x="3534278" y="3865143"/>
            <a:ext cx="2887579" cy="739944"/>
          </a:xfrm>
          <a:prstGeom prst="bentConnector3">
            <a:avLst>
              <a:gd name="adj1" fmla="val 90833"/>
            </a:avLst>
          </a:prstGeom>
          <a:ln w="57150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직선 화살표 연결선 17"/>
          <p:cNvCxnSpPr/>
          <p:nvPr/>
        </p:nvCxnSpPr>
        <p:spPr>
          <a:xfrm>
            <a:off x="5311942" y="5666875"/>
            <a:ext cx="1185112" cy="12030"/>
          </a:xfrm>
          <a:prstGeom prst="straightConnector1">
            <a:avLst/>
          </a:prstGeom>
          <a:ln w="5715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634061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3994469" y="2238792"/>
            <a:ext cx="804441" cy="695656"/>
          </a:xfrm>
          <a:prstGeom prst="rect">
            <a:avLst/>
          </a:prstGeom>
        </p:spPr>
      </p:pic>
      <p:cxnSp>
        <p:nvCxnSpPr>
          <p:cNvPr id="7" name="꺾인 연결선 6"/>
          <p:cNvCxnSpPr/>
          <p:nvPr/>
        </p:nvCxnSpPr>
        <p:spPr>
          <a:xfrm rot="16200000" flipH="1">
            <a:off x="1696453" y="1648325"/>
            <a:ext cx="4993105" cy="4608095"/>
          </a:xfrm>
          <a:prstGeom prst="bentConnector3">
            <a:avLst>
              <a:gd name="adj1" fmla="val -602"/>
            </a:avLst>
          </a:prstGeom>
          <a:ln w="5715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꺾인 연결선 14"/>
          <p:cNvCxnSpPr/>
          <p:nvPr/>
        </p:nvCxnSpPr>
        <p:spPr>
          <a:xfrm rot="16200000" flipH="1">
            <a:off x="3534278" y="3865143"/>
            <a:ext cx="2887579" cy="739944"/>
          </a:xfrm>
          <a:prstGeom prst="bentConnector3">
            <a:avLst>
              <a:gd name="adj1" fmla="val 90833"/>
            </a:avLst>
          </a:prstGeom>
          <a:ln w="57150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직선 화살표 연결선 17"/>
          <p:cNvCxnSpPr/>
          <p:nvPr/>
        </p:nvCxnSpPr>
        <p:spPr>
          <a:xfrm>
            <a:off x="5311942" y="5666875"/>
            <a:ext cx="1185112" cy="12030"/>
          </a:xfrm>
          <a:prstGeom prst="straightConnector1">
            <a:avLst/>
          </a:prstGeom>
          <a:ln w="5715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직선 화살표 연결선 8"/>
          <p:cNvCxnSpPr/>
          <p:nvPr/>
        </p:nvCxnSpPr>
        <p:spPr>
          <a:xfrm flipV="1">
            <a:off x="4608095" y="2724151"/>
            <a:ext cx="1821280" cy="23812"/>
          </a:xfrm>
          <a:prstGeom prst="straightConnector1">
            <a:avLst/>
          </a:prstGeom>
          <a:ln w="5715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536196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" name="꺾인 연결선 8"/>
          <p:cNvCxnSpPr/>
          <p:nvPr/>
        </p:nvCxnSpPr>
        <p:spPr>
          <a:xfrm flipV="1">
            <a:off x="3700463" y="3489157"/>
            <a:ext cx="1557337" cy="697832"/>
          </a:xfrm>
          <a:prstGeom prst="bentConnector3">
            <a:avLst>
              <a:gd name="adj1" fmla="val 81193"/>
            </a:avLst>
          </a:prstGeom>
          <a:ln w="57150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직선 화살표 연결선 14"/>
          <p:cNvCxnSpPr/>
          <p:nvPr/>
        </p:nvCxnSpPr>
        <p:spPr>
          <a:xfrm flipV="1">
            <a:off x="4171608" y="2699832"/>
            <a:ext cx="0" cy="1487157"/>
          </a:xfrm>
          <a:prstGeom prst="straightConnector1">
            <a:avLst/>
          </a:prstGeom>
          <a:ln w="5715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직선 화살표 연결선 19"/>
          <p:cNvCxnSpPr/>
          <p:nvPr/>
        </p:nvCxnSpPr>
        <p:spPr>
          <a:xfrm flipV="1">
            <a:off x="5230983" y="2350917"/>
            <a:ext cx="0" cy="1138240"/>
          </a:xfrm>
          <a:prstGeom prst="straightConnector1">
            <a:avLst/>
          </a:prstGeom>
          <a:ln w="5715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1" name="pic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3028072" y="3724862"/>
            <a:ext cx="804441" cy="695656"/>
          </a:xfrm>
          <a:prstGeom prst="rect">
            <a:avLst/>
          </a:prstGeom>
        </p:spPr>
      </p:pic>
      <p:cxnSp>
        <p:nvCxnSpPr>
          <p:cNvPr id="10" name="직선 화살표 연결선 9"/>
          <p:cNvCxnSpPr/>
          <p:nvPr/>
        </p:nvCxnSpPr>
        <p:spPr>
          <a:xfrm flipV="1">
            <a:off x="1908830" y="2362200"/>
            <a:ext cx="11410" cy="1824790"/>
          </a:xfrm>
          <a:prstGeom prst="straightConnector1">
            <a:avLst/>
          </a:prstGeom>
          <a:ln w="5715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순서도: 처리 10"/>
          <p:cNvSpPr/>
          <p:nvPr/>
        </p:nvSpPr>
        <p:spPr>
          <a:xfrm>
            <a:off x="1879089" y="4158832"/>
            <a:ext cx="1524000" cy="56314"/>
          </a:xfrm>
          <a:prstGeom prst="flowChartProcess">
            <a:avLst/>
          </a:prstGeom>
          <a:solidFill>
            <a:srgbClr val="00B05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498789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" name="꺾인 연결선 8"/>
          <p:cNvCxnSpPr/>
          <p:nvPr/>
        </p:nvCxnSpPr>
        <p:spPr>
          <a:xfrm flipV="1">
            <a:off x="2914650" y="3489157"/>
            <a:ext cx="2343150" cy="692534"/>
          </a:xfrm>
          <a:prstGeom prst="bentConnector3">
            <a:avLst>
              <a:gd name="adj1" fmla="val 87398"/>
            </a:avLst>
          </a:prstGeom>
          <a:ln w="57150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직선 화살표 연결선 14"/>
          <p:cNvCxnSpPr/>
          <p:nvPr/>
        </p:nvCxnSpPr>
        <p:spPr>
          <a:xfrm flipV="1">
            <a:off x="4171608" y="2699832"/>
            <a:ext cx="0" cy="1487157"/>
          </a:xfrm>
          <a:prstGeom prst="straightConnector1">
            <a:avLst/>
          </a:prstGeom>
          <a:ln w="5715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직선 화살표 연결선 19"/>
          <p:cNvCxnSpPr/>
          <p:nvPr/>
        </p:nvCxnSpPr>
        <p:spPr>
          <a:xfrm flipV="1">
            <a:off x="5230983" y="2350917"/>
            <a:ext cx="0" cy="1138240"/>
          </a:xfrm>
          <a:prstGeom prst="straightConnector1">
            <a:avLst/>
          </a:prstGeom>
          <a:ln w="5715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1" name="pic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2238868" y="3658187"/>
            <a:ext cx="804441" cy="695656"/>
          </a:xfrm>
          <a:prstGeom prst="rect">
            <a:avLst/>
          </a:prstGeom>
        </p:spPr>
      </p:pic>
      <p:cxnSp>
        <p:nvCxnSpPr>
          <p:cNvPr id="10" name="직선 화살표 연결선 9"/>
          <p:cNvCxnSpPr/>
          <p:nvPr/>
        </p:nvCxnSpPr>
        <p:spPr>
          <a:xfrm flipV="1">
            <a:off x="1909006" y="2362200"/>
            <a:ext cx="11234" cy="1796632"/>
          </a:xfrm>
          <a:prstGeom prst="straightConnector1">
            <a:avLst/>
          </a:prstGeom>
          <a:ln w="5715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순서도: 처리 10"/>
          <p:cNvSpPr/>
          <p:nvPr/>
        </p:nvSpPr>
        <p:spPr>
          <a:xfrm>
            <a:off x="1879089" y="4158832"/>
            <a:ext cx="809888" cy="45719"/>
          </a:xfrm>
          <a:prstGeom prst="flowChartProcess">
            <a:avLst/>
          </a:prstGeom>
          <a:solidFill>
            <a:srgbClr val="00B05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444152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" name="꺾인 연결선 8"/>
          <p:cNvCxnSpPr/>
          <p:nvPr/>
        </p:nvCxnSpPr>
        <p:spPr>
          <a:xfrm flipV="1">
            <a:off x="4038600" y="3489158"/>
            <a:ext cx="1219200" cy="697831"/>
          </a:xfrm>
          <a:prstGeom prst="bentConnector3">
            <a:avLst>
              <a:gd name="adj1" fmla="val 75625"/>
            </a:avLst>
          </a:prstGeom>
          <a:ln w="57150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직선 화살표 연결선 14"/>
          <p:cNvCxnSpPr/>
          <p:nvPr/>
        </p:nvCxnSpPr>
        <p:spPr>
          <a:xfrm flipV="1">
            <a:off x="4171608" y="2699833"/>
            <a:ext cx="0" cy="1487156"/>
          </a:xfrm>
          <a:prstGeom prst="straightConnector1">
            <a:avLst/>
          </a:prstGeom>
          <a:ln w="5715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직선 화살표 연결선 19"/>
          <p:cNvCxnSpPr/>
          <p:nvPr/>
        </p:nvCxnSpPr>
        <p:spPr>
          <a:xfrm flipV="1">
            <a:off x="5230983" y="2350917"/>
            <a:ext cx="0" cy="1138240"/>
          </a:xfrm>
          <a:prstGeom prst="straightConnector1">
            <a:avLst/>
          </a:prstGeom>
          <a:ln w="5715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1" name="pic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3385128" y="3724862"/>
            <a:ext cx="804441" cy="6956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720301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3210757" y="5711328"/>
            <a:ext cx="804441" cy="695656"/>
          </a:xfrm>
          <a:prstGeom prst="rect">
            <a:avLst/>
          </a:prstGeom>
        </p:spPr>
      </p:pic>
      <p:cxnSp>
        <p:nvCxnSpPr>
          <p:cNvPr id="4" name="꺾인 연결선 3"/>
          <p:cNvCxnSpPr/>
          <p:nvPr/>
        </p:nvCxnSpPr>
        <p:spPr>
          <a:xfrm rot="10800000">
            <a:off x="2261937" y="5113422"/>
            <a:ext cx="1118938" cy="1022685"/>
          </a:xfrm>
          <a:prstGeom prst="bentConnector3">
            <a:avLst>
              <a:gd name="adj1" fmla="val 32796"/>
            </a:avLst>
          </a:prstGeom>
          <a:ln w="57150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꺾인 연결선 8"/>
          <p:cNvCxnSpPr/>
          <p:nvPr/>
        </p:nvCxnSpPr>
        <p:spPr>
          <a:xfrm rot="10800000">
            <a:off x="1082843" y="4896853"/>
            <a:ext cx="1167063" cy="216568"/>
          </a:xfrm>
          <a:prstGeom prst="bentConnector3">
            <a:avLst>
              <a:gd name="adj1" fmla="val -2577"/>
            </a:avLst>
          </a:prstGeom>
          <a:ln w="5715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꺾인 연결선 11"/>
          <p:cNvCxnSpPr/>
          <p:nvPr/>
        </p:nvCxnSpPr>
        <p:spPr>
          <a:xfrm rot="5400000" flipH="1" flipV="1">
            <a:off x="2225842" y="3296654"/>
            <a:ext cx="4535907" cy="1143000"/>
          </a:xfrm>
          <a:prstGeom prst="bentConnector3">
            <a:avLst>
              <a:gd name="adj1" fmla="val -133"/>
            </a:avLst>
          </a:prstGeom>
          <a:ln w="5715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직선 화살표 연결선 14"/>
          <p:cNvCxnSpPr/>
          <p:nvPr/>
        </p:nvCxnSpPr>
        <p:spPr>
          <a:xfrm flipH="1">
            <a:off x="1985211" y="3862137"/>
            <a:ext cx="3092115" cy="0"/>
          </a:xfrm>
          <a:prstGeom prst="straightConnector1">
            <a:avLst/>
          </a:prstGeom>
          <a:ln w="5715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직선 화살표 연결선 16"/>
          <p:cNvCxnSpPr/>
          <p:nvPr/>
        </p:nvCxnSpPr>
        <p:spPr>
          <a:xfrm flipH="1">
            <a:off x="1804737" y="2707105"/>
            <a:ext cx="3260559" cy="0"/>
          </a:xfrm>
          <a:prstGeom prst="straightConnector1">
            <a:avLst/>
          </a:prstGeom>
          <a:ln w="5715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꺾인 연결선 18"/>
          <p:cNvCxnSpPr/>
          <p:nvPr/>
        </p:nvCxnSpPr>
        <p:spPr>
          <a:xfrm rot="10800000" flipV="1">
            <a:off x="1082844" y="6136107"/>
            <a:ext cx="1900989" cy="1672388"/>
          </a:xfrm>
          <a:prstGeom prst="bentConnector3">
            <a:avLst>
              <a:gd name="adj1" fmla="val 633"/>
            </a:avLst>
          </a:prstGeom>
          <a:ln w="5715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직선 화살표 연결선 21"/>
          <p:cNvCxnSpPr/>
          <p:nvPr/>
        </p:nvCxnSpPr>
        <p:spPr>
          <a:xfrm flipH="1">
            <a:off x="1179095" y="5763124"/>
            <a:ext cx="1852863" cy="12032"/>
          </a:xfrm>
          <a:prstGeom prst="straightConnector1">
            <a:avLst/>
          </a:prstGeom>
          <a:ln w="5715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274074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3105824" y="5165228"/>
            <a:ext cx="804441" cy="695656"/>
          </a:xfrm>
          <a:prstGeom prst="rect">
            <a:avLst/>
          </a:prstGeom>
        </p:spPr>
      </p:pic>
      <p:cxnSp>
        <p:nvCxnSpPr>
          <p:cNvPr id="4" name="꺾인 연결선 3"/>
          <p:cNvCxnSpPr/>
          <p:nvPr/>
        </p:nvCxnSpPr>
        <p:spPr>
          <a:xfrm rot="10800000">
            <a:off x="2254795" y="5113424"/>
            <a:ext cx="1097213" cy="506327"/>
          </a:xfrm>
          <a:prstGeom prst="bentConnector3">
            <a:avLst>
              <a:gd name="adj1" fmla="val 31480"/>
            </a:avLst>
          </a:prstGeom>
          <a:ln w="57150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꺾인 연결선 8"/>
          <p:cNvCxnSpPr/>
          <p:nvPr/>
        </p:nvCxnSpPr>
        <p:spPr>
          <a:xfrm rot="10800000">
            <a:off x="1082843" y="4896853"/>
            <a:ext cx="1167063" cy="216568"/>
          </a:xfrm>
          <a:prstGeom prst="bentConnector3">
            <a:avLst>
              <a:gd name="adj1" fmla="val -2577"/>
            </a:avLst>
          </a:prstGeom>
          <a:ln w="5715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꺾인 연결선 11"/>
          <p:cNvCxnSpPr/>
          <p:nvPr/>
        </p:nvCxnSpPr>
        <p:spPr>
          <a:xfrm rot="5400000" flipH="1" flipV="1">
            <a:off x="2459055" y="3051414"/>
            <a:ext cx="4057453" cy="1155029"/>
          </a:xfrm>
          <a:prstGeom prst="bentConnector3">
            <a:avLst>
              <a:gd name="adj1" fmla="val 545"/>
            </a:avLst>
          </a:prstGeom>
          <a:ln w="5715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직선 화살표 연결선 14"/>
          <p:cNvCxnSpPr/>
          <p:nvPr/>
        </p:nvCxnSpPr>
        <p:spPr>
          <a:xfrm flipH="1">
            <a:off x="1985211" y="3862137"/>
            <a:ext cx="3092115" cy="0"/>
          </a:xfrm>
          <a:prstGeom prst="straightConnector1">
            <a:avLst/>
          </a:prstGeom>
          <a:ln w="5715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직선 화살표 연결선 16"/>
          <p:cNvCxnSpPr/>
          <p:nvPr/>
        </p:nvCxnSpPr>
        <p:spPr>
          <a:xfrm flipH="1">
            <a:off x="1804737" y="2707105"/>
            <a:ext cx="3260559" cy="0"/>
          </a:xfrm>
          <a:prstGeom prst="straightConnector1">
            <a:avLst/>
          </a:prstGeom>
          <a:ln w="5715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직선 화살표 연결선 21"/>
          <p:cNvCxnSpPr/>
          <p:nvPr/>
        </p:nvCxnSpPr>
        <p:spPr>
          <a:xfrm flipH="1">
            <a:off x="1179095" y="5760743"/>
            <a:ext cx="1852863" cy="12032"/>
          </a:xfrm>
          <a:prstGeom prst="straightConnector1">
            <a:avLst/>
          </a:prstGeom>
          <a:ln w="5715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꺾인 연결선 17"/>
          <p:cNvCxnSpPr/>
          <p:nvPr/>
        </p:nvCxnSpPr>
        <p:spPr>
          <a:xfrm rot="10800000" flipV="1">
            <a:off x="2657639" y="5619748"/>
            <a:ext cx="698341" cy="143375"/>
          </a:xfrm>
          <a:prstGeom prst="bentConnector3">
            <a:avLst>
              <a:gd name="adj1" fmla="val 50000"/>
            </a:avLst>
          </a:prstGeom>
          <a:ln w="57150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686477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795209" y="6450015"/>
            <a:ext cx="804441" cy="695656"/>
          </a:xfrm>
          <a:prstGeom prst="rect">
            <a:avLst/>
          </a:prstGeom>
        </p:spPr>
      </p:pic>
      <p:cxnSp>
        <p:nvCxnSpPr>
          <p:cNvPr id="4" name="꺾인 연결선 3"/>
          <p:cNvCxnSpPr/>
          <p:nvPr/>
        </p:nvCxnSpPr>
        <p:spPr>
          <a:xfrm rot="16200000" flipV="1">
            <a:off x="800100" y="5119436"/>
            <a:ext cx="1840832" cy="1347537"/>
          </a:xfrm>
          <a:prstGeom prst="bentConnector3">
            <a:avLst/>
          </a:prstGeom>
          <a:ln w="5715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꺾인 연결선 5"/>
          <p:cNvCxnSpPr/>
          <p:nvPr/>
        </p:nvCxnSpPr>
        <p:spPr>
          <a:xfrm rot="5400000" flipH="1" flipV="1">
            <a:off x="2388268" y="5179595"/>
            <a:ext cx="637674" cy="601579"/>
          </a:xfrm>
          <a:prstGeom prst="bentConnector3">
            <a:avLst>
              <a:gd name="adj1" fmla="val -944"/>
            </a:avLst>
          </a:prstGeom>
          <a:ln w="57150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꺾인 연결선 8"/>
          <p:cNvCxnSpPr/>
          <p:nvPr/>
        </p:nvCxnSpPr>
        <p:spPr>
          <a:xfrm rot="10800000">
            <a:off x="1455821" y="4872789"/>
            <a:ext cx="1540042" cy="300791"/>
          </a:xfrm>
          <a:prstGeom prst="bentConnector3">
            <a:avLst/>
          </a:prstGeom>
          <a:ln w="5715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꺾인 연결선 10"/>
          <p:cNvCxnSpPr/>
          <p:nvPr/>
        </p:nvCxnSpPr>
        <p:spPr>
          <a:xfrm rot="10800000" flipV="1">
            <a:off x="1046747" y="7211300"/>
            <a:ext cx="1359568" cy="585164"/>
          </a:xfrm>
          <a:prstGeom prst="bentConnector3">
            <a:avLst>
              <a:gd name="adj1" fmla="val 442"/>
            </a:avLst>
          </a:prstGeom>
          <a:ln w="5715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617636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827167" y="3008983"/>
            <a:ext cx="804441" cy="695656"/>
          </a:xfrm>
          <a:prstGeom prst="rect">
            <a:avLst/>
          </a:prstGeom>
        </p:spPr>
      </p:pic>
      <p:cxnSp>
        <p:nvCxnSpPr>
          <p:cNvPr id="4" name="꺾인 연결선 3"/>
          <p:cNvCxnSpPr/>
          <p:nvPr/>
        </p:nvCxnSpPr>
        <p:spPr>
          <a:xfrm flipV="1">
            <a:off x="5281863" y="2719137"/>
            <a:ext cx="1275348" cy="457200"/>
          </a:xfrm>
          <a:prstGeom prst="bentConnector3">
            <a:avLst>
              <a:gd name="adj1" fmla="val -4717"/>
            </a:avLst>
          </a:prstGeom>
          <a:ln w="5715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꺾인 연결선 6"/>
          <p:cNvCxnSpPr/>
          <p:nvPr/>
        </p:nvCxnSpPr>
        <p:spPr>
          <a:xfrm rot="16200000" flipH="1">
            <a:off x="5057104" y="3733630"/>
            <a:ext cx="1191127" cy="846560"/>
          </a:xfrm>
          <a:prstGeom prst="bentConnector3">
            <a:avLst>
              <a:gd name="adj1" fmla="val 99495"/>
            </a:avLst>
          </a:prstGeom>
          <a:ln w="5715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꺾인 연결선 9"/>
          <p:cNvCxnSpPr/>
          <p:nvPr/>
        </p:nvCxnSpPr>
        <p:spPr>
          <a:xfrm rot="5400000">
            <a:off x="4569826" y="4790743"/>
            <a:ext cx="709863" cy="609261"/>
          </a:xfrm>
          <a:prstGeom prst="bentConnector3">
            <a:avLst>
              <a:gd name="adj1" fmla="val -847"/>
            </a:avLst>
          </a:prstGeom>
          <a:ln w="57150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꺾인 연결선 12"/>
          <p:cNvCxnSpPr/>
          <p:nvPr/>
        </p:nvCxnSpPr>
        <p:spPr>
          <a:xfrm>
            <a:off x="4620126" y="5450305"/>
            <a:ext cx="1840832" cy="228600"/>
          </a:xfrm>
          <a:prstGeom prst="bentConnector3">
            <a:avLst>
              <a:gd name="adj1" fmla="val 41503"/>
            </a:avLst>
          </a:prstGeom>
          <a:ln w="5715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581584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0" name="직선 화살표 연결선 19"/>
          <p:cNvCxnSpPr/>
          <p:nvPr/>
        </p:nvCxnSpPr>
        <p:spPr>
          <a:xfrm flipH="1" flipV="1">
            <a:off x="1948034" y="2382667"/>
            <a:ext cx="2686" cy="817733"/>
          </a:xfrm>
          <a:prstGeom prst="straightConnector1">
            <a:avLst/>
          </a:prstGeom>
          <a:ln w="5715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1" name="pic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053663" y="2768753"/>
            <a:ext cx="804441" cy="695656"/>
          </a:xfrm>
          <a:prstGeom prst="rect">
            <a:avLst/>
          </a:prstGeom>
        </p:spPr>
      </p:pic>
      <p:cxnSp>
        <p:nvCxnSpPr>
          <p:cNvPr id="9" name="직선 연결선 8"/>
          <p:cNvCxnSpPr/>
          <p:nvPr/>
        </p:nvCxnSpPr>
        <p:spPr>
          <a:xfrm>
            <a:off x="1700624" y="3200400"/>
            <a:ext cx="285510" cy="0"/>
          </a:xfrm>
          <a:prstGeom prst="line">
            <a:avLst/>
          </a:prstGeom>
          <a:ln w="57150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861746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0" name="직선 화살표 연결선 19"/>
          <p:cNvCxnSpPr/>
          <p:nvPr/>
        </p:nvCxnSpPr>
        <p:spPr>
          <a:xfrm flipH="1" flipV="1">
            <a:off x="1948034" y="2382668"/>
            <a:ext cx="9720" cy="1063917"/>
          </a:xfrm>
          <a:prstGeom prst="straightConnector1">
            <a:avLst/>
          </a:prstGeom>
          <a:ln w="5715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1" name="pic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440525" y="3200400"/>
            <a:ext cx="804441" cy="6956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04105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" name="꺾인 연결선 8"/>
          <p:cNvCxnSpPr/>
          <p:nvPr/>
        </p:nvCxnSpPr>
        <p:spPr>
          <a:xfrm flipV="1">
            <a:off x="4143375" y="3489159"/>
            <a:ext cx="1114425" cy="695491"/>
          </a:xfrm>
          <a:prstGeom prst="bentConnector3">
            <a:avLst>
              <a:gd name="adj1" fmla="val 73077"/>
            </a:avLst>
          </a:prstGeom>
          <a:ln w="57150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직선 화살표 연결선 14"/>
          <p:cNvCxnSpPr/>
          <p:nvPr/>
        </p:nvCxnSpPr>
        <p:spPr>
          <a:xfrm flipH="1" flipV="1">
            <a:off x="4138270" y="2327790"/>
            <a:ext cx="5105" cy="972055"/>
          </a:xfrm>
          <a:prstGeom prst="straightConnector1">
            <a:avLst/>
          </a:prstGeom>
          <a:ln w="5715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직선 화살표 연결선 19"/>
          <p:cNvCxnSpPr/>
          <p:nvPr/>
        </p:nvCxnSpPr>
        <p:spPr>
          <a:xfrm flipV="1">
            <a:off x="5230983" y="2350917"/>
            <a:ext cx="0" cy="1138240"/>
          </a:xfrm>
          <a:prstGeom prst="straightConnector1">
            <a:avLst/>
          </a:prstGeom>
          <a:ln w="5715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1" name="pic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3540553" y="2952017"/>
            <a:ext cx="804441" cy="695656"/>
          </a:xfrm>
          <a:prstGeom prst="rect">
            <a:avLst/>
          </a:prstGeom>
        </p:spPr>
      </p:pic>
      <p:cxnSp>
        <p:nvCxnSpPr>
          <p:cNvPr id="5" name="직선 연결선 4"/>
          <p:cNvCxnSpPr/>
          <p:nvPr/>
        </p:nvCxnSpPr>
        <p:spPr>
          <a:xfrm>
            <a:off x="4138270" y="3489157"/>
            <a:ext cx="0" cy="695493"/>
          </a:xfrm>
          <a:prstGeom prst="line">
            <a:avLst/>
          </a:prstGeom>
          <a:ln w="57150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204188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꺾인 연결선 3"/>
          <p:cNvCxnSpPr/>
          <p:nvPr/>
        </p:nvCxnSpPr>
        <p:spPr>
          <a:xfrm flipV="1">
            <a:off x="5229387" y="2719137"/>
            <a:ext cx="1327824" cy="842209"/>
          </a:xfrm>
          <a:prstGeom prst="bentConnector3">
            <a:avLst>
              <a:gd name="adj1" fmla="val -214"/>
            </a:avLst>
          </a:prstGeom>
          <a:ln w="5715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꺾인 연결선 6"/>
          <p:cNvCxnSpPr/>
          <p:nvPr/>
        </p:nvCxnSpPr>
        <p:spPr>
          <a:xfrm rot="16200000" flipH="1">
            <a:off x="5057104" y="3733630"/>
            <a:ext cx="1191127" cy="846560"/>
          </a:xfrm>
          <a:prstGeom prst="bentConnector3">
            <a:avLst>
              <a:gd name="adj1" fmla="val 99495"/>
            </a:avLst>
          </a:prstGeom>
          <a:ln w="5715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꺾인 연결선 9"/>
          <p:cNvCxnSpPr/>
          <p:nvPr/>
        </p:nvCxnSpPr>
        <p:spPr>
          <a:xfrm rot="5400000">
            <a:off x="4569826" y="4790743"/>
            <a:ext cx="709863" cy="609261"/>
          </a:xfrm>
          <a:prstGeom prst="bentConnector3">
            <a:avLst>
              <a:gd name="adj1" fmla="val -847"/>
            </a:avLst>
          </a:prstGeom>
          <a:ln w="57150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꺾인 연결선 12"/>
          <p:cNvCxnSpPr/>
          <p:nvPr/>
        </p:nvCxnSpPr>
        <p:spPr>
          <a:xfrm>
            <a:off x="4620126" y="5450305"/>
            <a:ext cx="1840832" cy="228600"/>
          </a:xfrm>
          <a:prstGeom prst="bentConnector3">
            <a:avLst>
              <a:gd name="adj1" fmla="val 41503"/>
            </a:avLst>
          </a:prstGeom>
          <a:ln w="5715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" name="pic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660062" y="4592679"/>
            <a:ext cx="661737" cy="572250"/>
          </a:xfrm>
          <a:prstGeom prst="rect">
            <a:avLst/>
          </a:prstGeom>
        </p:spPr>
      </p:pic>
      <p:cxnSp>
        <p:nvCxnSpPr>
          <p:cNvPr id="8" name="직선 연결선 7"/>
          <p:cNvCxnSpPr/>
          <p:nvPr/>
        </p:nvCxnSpPr>
        <p:spPr>
          <a:xfrm flipH="1">
            <a:off x="4620126" y="4972050"/>
            <a:ext cx="304631" cy="0"/>
          </a:xfrm>
          <a:prstGeom prst="line">
            <a:avLst/>
          </a:prstGeom>
          <a:ln w="57150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034062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1" name="그룹 40"/>
          <p:cNvGrpSpPr/>
          <p:nvPr/>
        </p:nvGrpSpPr>
        <p:grpSpPr>
          <a:xfrm rot="10800000">
            <a:off x="4256920" y="4476749"/>
            <a:ext cx="3315455" cy="2566989"/>
            <a:chOff x="1942345" y="2350917"/>
            <a:chExt cx="3315455" cy="2566989"/>
          </a:xfrm>
        </p:grpSpPr>
        <p:cxnSp>
          <p:nvCxnSpPr>
            <p:cNvPr id="33" name="꺾인 연결선 32"/>
            <p:cNvCxnSpPr/>
            <p:nvPr/>
          </p:nvCxnSpPr>
          <p:spPr>
            <a:xfrm rot="5400000" flipH="1">
              <a:off x="1679156" y="2717633"/>
              <a:ext cx="2463462" cy="1937083"/>
            </a:xfrm>
            <a:prstGeom prst="bentConnector3">
              <a:avLst>
                <a:gd name="adj1" fmla="val 29894"/>
              </a:avLst>
            </a:prstGeom>
            <a:ln w="57150">
              <a:solidFill>
                <a:srgbClr val="00B05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꺾인 연결선 33"/>
            <p:cNvCxnSpPr/>
            <p:nvPr/>
          </p:nvCxnSpPr>
          <p:spPr>
            <a:xfrm flipV="1">
              <a:off x="3879428" y="3489157"/>
              <a:ext cx="1378372" cy="697832"/>
            </a:xfrm>
            <a:prstGeom prst="bentConnector3">
              <a:avLst>
                <a:gd name="adj1" fmla="val 78332"/>
              </a:avLst>
            </a:prstGeom>
            <a:ln w="57150"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직선 화살표 연결선 34"/>
            <p:cNvCxnSpPr/>
            <p:nvPr/>
          </p:nvCxnSpPr>
          <p:spPr>
            <a:xfrm flipV="1">
              <a:off x="4171608" y="2699832"/>
              <a:ext cx="0" cy="1487157"/>
            </a:xfrm>
            <a:prstGeom prst="straightConnector1">
              <a:avLst/>
            </a:prstGeom>
            <a:ln w="57150">
              <a:solidFill>
                <a:srgbClr val="00B05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직선 화살표 연결선 35"/>
            <p:cNvCxnSpPr/>
            <p:nvPr/>
          </p:nvCxnSpPr>
          <p:spPr>
            <a:xfrm flipV="1">
              <a:off x="5230983" y="2350917"/>
              <a:ext cx="0" cy="1138240"/>
            </a:xfrm>
            <a:prstGeom prst="straightConnector1">
              <a:avLst/>
            </a:prstGeom>
            <a:ln w="57150">
              <a:solidFill>
                <a:srgbClr val="00B05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44" name="pic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5231562" y="3973554"/>
            <a:ext cx="661737" cy="572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68546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2242940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테마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1056</TotalTime>
  <Words>1</Words>
  <Application>Microsoft Office PowerPoint</Application>
  <PresentationFormat>A3 용지(297x420mm)</PresentationFormat>
  <Paragraphs>1</Paragraphs>
  <Slides>21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21</vt:i4>
      </vt:variant>
    </vt:vector>
  </HeadingPairs>
  <TitlesOfParts>
    <vt:vector size="26" baseType="lpstr">
      <vt:lpstr>맑은 고딕</vt:lpstr>
      <vt:lpstr>Arial</vt:lpstr>
      <vt:lpstr>Calibri</vt:lpstr>
      <vt:lpstr>Calibri Light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SAMKWANG</dc:creator>
  <cp:lastModifiedBy>SAMKWNAG</cp:lastModifiedBy>
  <cp:revision>74</cp:revision>
  <cp:lastPrinted>2026-03-25T04:07:14Z</cp:lastPrinted>
  <dcterms:created xsi:type="dcterms:W3CDTF">2026-03-12T08:44:46Z</dcterms:created>
  <dcterms:modified xsi:type="dcterms:W3CDTF">2026-03-25T05:03:38Z</dcterms:modified>
</cp:coreProperties>
</file>